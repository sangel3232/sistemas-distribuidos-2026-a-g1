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Proyecto: Sistema Gestor de Pedidos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Presentación del desarrollo de un sistema backend para la gestión de pedidos utilizando Spring Boot y PostgreSQL.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Muchos negocios necesitan registrar y administrar pedidos de clientes de forma organizada.</a:t>
            </a:r>
          </a:p>
          <a:p>
            <a:r>
              <a:t>Los sistemas manuales o poco estructurados generan errores en pedidos, seguimiento y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Solución Propuesta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Desarrollar una API REST para gestionar pedidos que permita:</a:t>
            </a:r>
          </a:p>
          <a:p>
            <a:r>
              <a:t>- Registrar pedidos</a:t>
            </a:r>
          </a:p>
          <a:p>
            <a:r>
              <a:t>- Consultar pedidos</a:t>
            </a:r>
          </a:p>
          <a:p>
            <a:r>
              <a:t>- Almacenar información en base de datos</a:t>
            </a:r>
          </a:p>
          <a:p>
            <a:r>
              <a:t>- Preparar el sistema para una arquitectura escalable.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Tecnologías Utilizadas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Java</a:t>
            </a:r>
          </a:p>
          <a:p>
            <a:r>
              <a:t>- Spring Boot</a:t>
            </a:r>
          </a:p>
          <a:p>
            <a:r>
              <a:t>- Maven</a:t>
            </a:r>
          </a:p>
          <a:p>
            <a:r>
              <a:t>- PostgreSQL</a:t>
            </a:r>
          </a:p>
          <a:p>
            <a:r>
              <a:t>- pgAdmin4</a:t>
            </a:r>
          </a:p>
          <a:p>
            <a:r>
              <a:t>- GitHub</a:t>
            </a:r>
          </a:p>
          <a:p>
            <a:r>
              <a:t>- Docker (planeado)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sistema se basa en una arquitectura por capas:</a:t>
            </a:r>
          </a:p>
          <a:p>
            <a:r>
              <a:t>- Controller: Maneja las peticiones HTTP</a:t>
            </a:r>
          </a:p>
          <a:p>
            <a:r>
              <a:t>- Service: Lógica del negocio</a:t>
            </a:r>
          </a:p>
          <a:p>
            <a:r>
              <a:t>- Repository: Acceso a la base de datos</a:t>
            </a:r>
          </a:p>
          <a:p>
            <a:r>
              <a:t>- Entity: Modelos de datos.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Flujo de Funcionamiento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Cliente → Endpoint REST → Controller → Service → Repository → PostgreSQL.</a:t>
            </a:r>
          </a:p>
          <a:p>
            <a:r>
              <a:t>El sistema procesa la solicitud y devuelve una respuesta en formato JSON.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Paquetes principales del proyecto:</a:t>
            </a:r>
          </a:p>
          <a:p>
            <a:r>
              <a:t>- controller</a:t>
            </a:r>
          </a:p>
          <a:p>
            <a:r>
              <a:t>- service</a:t>
            </a:r>
          </a:p>
          <a:p>
            <a:r>
              <a:t>- repository</a:t>
            </a:r>
          </a:p>
          <a:p>
            <a:r>
              <a:t>- entity</a:t>
            </a:r>
          </a:p>
          <a:p>
            <a:r>
              <a:t>- main (SpringBootApplication)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Funcionalidades Implementadas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Crear pedidos</a:t>
            </a:r>
          </a:p>
          <a:p>
            <a:r>
              <a:t>- Consultar pedidos</a:t>
            </a:r>
          </a:p>
          <a:p>
            <a:r>
              <a:t>- Guardar pedidos en base de datos</a:t>
            </a:r>
          </a:p>
          <a:p>
            <a:r>
              <a:t>- API REST funcional con Spring Boot.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Dificultades Encontradas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Configuración de Maven en Windows</a:t>
            </a:r>
          </a:p>
          <a:p>
            <a:r>
              <a:t>- Conexión con PostgreSQL</a:t>
            </a:r>
          </a:p>
          <a:p>
            <a:r>
              <a:t>- Configuración inicial del proyecto</a:t>
            </a:r>
          </a:p>
          <a:p>
            <a:r>
              <a:t>- Organización de la estructura del backend.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Aprendizajes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Desarrollo de APIs REST</a:t>
            </a:r>
          </a:p>
          <a:p>
            <a:r>
              <a:t>- Uso de Spring Boot</a:t>
            </a:r>
          </a:p>
          <a:p>
            <a:r>
              <a:t>- Conexión de aplicaciones Java con bases de datos</a:t>
            </a:r>
          </a:p>
          <a:p>
            <a:r>
              <a:t>- Uso de Maven para dependencias</a:t>
            </a:r>
          </a:p>
          <a:p>
            <a:r>
              <a:t>- Trabajo colaborativo con GitHub.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Próximas Mejoras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Implementar Docker y Docker Compose</a:t>
            </a:r>
          </a:p>
          <a:p>
            <a:r>
              <a:t>- Agregar autenticación de usuarios</a:t>
            </a:r>
          </a:p>
          <a:p>
            <a:r>
              <a:t>- Implementar validaciones</a:t>
            </a:r>
          </a:p>
          <a:p>
            <a:r>
              <a:t>- Agregar documentación de API (Swagger)</a:t>
            </a:r>
          </a:p>
          <a:p>
            <a:r>
              <a:t>- Preparar arquitectura de microservicios.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proyecto establece una base funcional para la gestión de pedidos.</a:t>
            </a:r>
          </a:p>
          <a:p>
            <a:r>
              <a:t>El sistema puede evolucionar a una arquitectura más escalable e integrar nuevas funcionalidades.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