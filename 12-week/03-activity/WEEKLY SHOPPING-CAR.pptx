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76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0584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9692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 — Sprint Abril 2026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27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155448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</a:rPr>
              <a:t>20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Endpoints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2103120"/>
            <a:ext cx="155448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993392" y="21762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E9"/>
                </a:solidFill>
              </a:rPr>
              <a:t>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993392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Entidades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12464" y="2103120"/>
            <a:ext cx="155448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712464" y="21762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</a:rPr>
              <a:t>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712464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Historias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Usuario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31536" y="2103120"/>
            <a:ext cx="155448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431536" y="21762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</a:rPr>
              <a:t>24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431536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Registros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de Prueba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50608" y="2103120"/>
            <a:ext cx="155448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150608" y="21762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97316"/>
                </a:solidFill>
              </a:rPr>
              <a:t>1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150608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Bugs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Corregidos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📅  Abril 2026  |  Spring Boot 3.2  ·  PostgreSQL  ·  SPA Vanilla JS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A5E9"/>
                </a:solidFill>
              </a:rPr>
              <a:t>Spring Boot 3.2  ·  Java 17  ·  PostgreSQL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75488" y="10515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09728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Spring Boot 3.2 + Java 17 configurado y funcional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5488" y="19202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7552" y="196596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Migración MySQL → PostgreSQL (puerto 5432, db: distribuidos)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6400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75488" y="27889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7552" y="283464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CRUD completo: Cliente, Producto, Factura, DetalleFactura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6400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75488" y="36576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552" y="370332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Arquitectura por capas: Controller → Service → IService → Repository → Entity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6400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64608" y="10515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🐛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76672" y="109728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Bug crítico corregido: endpoint api/detalleDetalleFactura → api/detalleFactura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92024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754880" y="1920240"/>
            <a:ext cx="6400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64608" y="19202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76672" y="196596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CORS habilitado en todos los controladores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754880" y="2788920"/>
            <a:ext cx="6400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864608" y="27889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76672" y="283464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Swagger / OpenAPI integrado y funcional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</a:rPr>
              <a:t>SPA Vanilla HTML/CSS/JS  ·  Dark Mode  ·  Vite Dev Server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3931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106984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Dark Mode Responsive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325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Sidebar de navegación lateral, diseño moderno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24128"/>
            <a:ext cx="3931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37760" y="102412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68112" y="106984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Dashboard en tiempo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68112" y="1325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4 contadores cargados en paralelo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931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57200" y="179222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18379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CRUD con Modales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209397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Clientes, Productos, Facturas y DetalleFactura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792224"/>
            <a:ext cx="3931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37760" y="179222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68112" y="18379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Cálculo automático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8112" y="209397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Cantidad × Precio, % Descuento, % IVA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3931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7200" y="256032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26060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Auto-completado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286207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Precio unitario al seleccionar producto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3931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37760" y="256032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68112" y="26060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UX Mejorada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286207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Toast notifications + confirmación al eliminar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28416"/>
            <a:ext cx="3931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57200" y="332841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7552" y="337413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Estado de API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" y="363016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Indicador visual activa/inactiva en tiempo real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328416"/>
            <a:ext cx="3931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937760" y="332841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68112" y="337413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Vite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68112" y="363016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Servidor de desarrollo para módulos ES6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Base de Datos &amp; Organización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393192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88720" y="905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Clientes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2070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 diferentes métodos de pago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93192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1847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Productos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Bolso, Cinturón, Bufanda, Gorra, Gafas, Guantes, Pañuelo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393192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8872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Facturas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090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 5% descuento y 19% IVA aplicados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66744"/>
            <a:ext cx="393192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24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188720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Registros totales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0325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5 + 7 + 5 + 7 = 24 registros de prueba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8046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📁  Organización del Proyecto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261872"/>
            <a:ext cx="4023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54880" y="1261872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46320" y="12618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13258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Carpetas backend/ y frontend/ independientes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4023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754880" y="201168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46320" y="20116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20756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4 Historias de Usuario (HU-01 a HU-04)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761488"/>
            <a:ext cx="4023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754880" y="2761488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846320" y="276148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282549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README completo: raíz, backend y frontend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511296"/>
            <a:ext cx="4023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754880" y="3511296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846320" y="351129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357530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Ramas GitHub: main, BACKEND, FRONTEND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Impedimentos &amp; Soluciones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Impedimento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804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Solución aplicada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325880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MySQL sin acceso — contraseña desconocida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0690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6400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0368" y="1325880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Migración completa a 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57984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65760" y="2157984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21579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221992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Puerto MySQL no estándar (3305 en lugar de 3306)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57984"/>
            <a:ext cx="40690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09160" y="2157984"/>
            <a:ext cx="6400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00600" y="21579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30368" y="2221992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Detectado con netstat, corregido en application.properties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54096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65760" y="3054096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57200" y="305409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118104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Bug en nombre de endpoint duplicado (detalleDetalleFactura)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054096"/>
            <a:ext cx="40690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709160" y="3054096"/>
            <a:ext cx="6400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00600" y="305409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30368" y="3118104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Corregido en DetalleFacturaController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950208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65760" y="3950208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57200" y="395020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4014216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Frontend con módulos ES6 no cargaba como archivo directo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950208"/>
            <a:ext cx="40690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4709160" y="3950208"/>
            <a:ext cx="6400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800600" y="395020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30368" y="4014216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Configurado Vite como servidor de desarrollo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Pendientes &amp; 🔜 Próxima Semana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3931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02336" y="78638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🚧  Qué faltó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121615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" y="12618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78765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3931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02336" y="258775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" y="26334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Sin validaciones Hibernate Validator en entidades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3931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02336" y="327355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" y="33192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Sin DTOs para separar presentación del modelo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3931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02336" y="395935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" y="40050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Sin manejo de errores HTTP personalizados (404, 400)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786384"/>
            <a:ext cx="39319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882896" y="78638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🔜  QUE SE HARÁ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810512"/>
            <a:ext cx="39319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82896" y="18105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02936" y="184708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Implementar @NotNull, @Size, @Min en entidades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404872"/>
            <a:ext cx="39319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82896" y="240487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02936" y="24414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Manejo global de excepciones con @ControllerAdvice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999232"/>
            <a:ext cx="39319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82896" y="299923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02936" y="303580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Implementar DTOs para respuestas del API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593592"/>
            <a:ext cx="39319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882896" y="35935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02936" y="36301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Paginación en endpoints de listado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187952"/>
            <a:ext cx="39319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882896" y="41879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02936" y="42245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Evaluar autenticación JWT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463040" y="9144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94560" y="960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Repositorio GitHub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325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https://github.com/sangel3232/shopping-car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640080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94560" y="2057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Swagger 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423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http://127.0.0.1:9000/shopping-car/swagger-ui/index.html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94560" y="3154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Frontend Dev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3520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http://localhost:5173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</a:rPr>
              <a:t>✅  Sprint completado con éxito — Backend + Frontend + BD integrados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518</Words>
  <Application>Microsoft Office PowerPoint</Application>
  <PresentationFormat>Presentación en pantalla (16:9)</PresentationFormat>
  <Paragraphs>137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— Shopping Car</dc:title>
  <dc:subject>PptxGenJS Presentation</dc:subject>
  <dc:creator>PptxGenJS</dc:creator>
  <cp:lastModifiedBy>Šəřģıø Âńğəł</cp:lastModifiedBy>
  <cp:revision>2</cp:revision>
  <dcterms:created xsi:type="dcterms:W3CDTF">2026-04-22T22:53:33Z</dcterms:created>
  <dcterms:modified xsi:type="dcterms:W3CDTF">2026-04-23T01:45:42Z</dcterms:modified>
</cp:coreProperties>
</file>