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1" r:id="rId1"/>
  </p:sldMasterIdLst>
  <p:sldIdLst>
    <p:sldId id="256" r:id="rId2"/>
    <p:sldId id="262" r:id="rId3"/>
    <p:sldId id="257" r:id="rId4"/>
    <p:sldId id="263" r:id="rId5"/>
    <p:sldId id="261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819072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2576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41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1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210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7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6930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1911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8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1258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A0804-AF3C-753E-9365-39BECA705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noProof="0" dirty="0"/>
              <a:t>Weekly</a:t>
            </a:r>
            <a:r>
              <a:rPr lang="es-CO" b="1" dirty="0"/>
              <a:t> 10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9FB71C-DF9E-6553-F752-DF172989DAE4}"/>
              </a:ext>
            </a:extLst>
          </p:cNvPr>
          <p:cNvSpPr txBox="1"/>
          <p:nvPr/>
        </p:nvSpPr>
        <p:spPr>
          <a:xfrm>
            <a:off x="858740" y="5017273"/>
            <a:ext cx="32912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b="1" dirty="0"/>
              <a:t>Sergio Luis </a:t>
            </a:r>
            <a:r>
              <a:rPr lang="es-CO" b="1" dirty="0" err="1"/>
              <a:t>Angel</a:t>
            </a:r>
            <a:r>
              <a:rPr lang="es-CO" b="1" dirty="0"/>
              <a:t> Romero</a:t>
            </a:r>
          </a:p>
          <a:p>
            <a:endParaRPr lang="es-CO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684282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43BF7-F71F-38F9-76A1-96B434349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50F2F6E9-F38A-DA96-9358-307B44385EBC}"/>
              </a:ext>
            </a:extLst>
          </p:cNvPr>
          <p:cNvSpPr/>
          <p:nvPr/>
        </p:nvSpPr>
        <p:spPr>
          <a:xfrm>
            <a:off x="790729" y="2335573"/>
            <a:ext cx="2896059" cy="4014616"/>
          </a:xfrm>
          <a:custGeom>
            <a:avLst/>
            <a:gdLst/>
            <a:ahLst/>
            <a:cxnLst/>
            <a:rect l="0" t="0" r="0" b="0"/>
            <a:pathLst>
              <a:path w="1909506" h="2785633">
                <a:moveTo>
                  <a:pt x="1572535" y="2403732"/>
                </a:moveTo>
                <a:lnTo>
                  <a:pt x="1572535" y="2291408"/>
                </a:lnTo>
                <a:lnTo>
                  <a:pt x="1684858" y="2291408"/>
                </a:lnTo>
                <a:lnTo>
                  <a:pt x="1684858" y="2381267"/>
                </a:lnTo>
                <a:lnTo>
                  <a:pt x="1909506" y="2224013"/>
                </a:lnTo>
                <a:lnTo>
                  <a:pt x="1684858" y="2066760"/>
                </a:lnTo>
                <a:lnTo>
                  <a:pt x="1684858" y="2156619"/>
                </a:lnTo>
                <a:lnTo>
                  <a:pt x="1437746" y="2156619"/>
                </a:lnTo>
                <a:lnTo>
                  <a:pt x="1437746" y="2403732"/>
                </a:lnTo>
                <a:moveTo>
                  <a:pt x="134788" y="2403732"/>
                </a:moveTo>
                <a:lnTo>
                  <a:pt x="134788" y="336971"/>
                </a:lnTo>
                <a:cubicBezTo>
                  <a:pt x="134788" y="225309"/>
                  <a:pt x="225309" y="134788"/>
                  <a:pt x="336971" y="134788"/>
                </a:cubicBezTo>
                <a:lnTo>
                  <a:pt x="1235563" y="134788"/>
                </a:lnTo>
                <a:cubicBezTo>
                  <a:pt x="1347225" y="134788"/>
                  <a:pt x="1437746" y="225309"/>
                  <a:pt x="1437746" y="336971"/>
                </a:cubicBezTo>
                <a:lnTo>
                  <a:pt x="1437746" y="1244056"/>
                </a:lnTo>
                <a:cubicBezTo>
                  <a:pt x="1321476" y="1273981"/>
                  <a:pt x="1235563" y="1379528"/>
                  <a:pt x="1235563" y="1505140"/>
                </a:cubicBezTo>
                <a:cubicBezTo>
                  <a:pt x="1235563" y="1654024"/>
                  <a:pt x="1356256" y="1774718"/>
                  <a:pt x="1505140" y="1774718"/>
                </a:cubicBezTo>
                <a:cubicBezTo>
                  <a:pt x="1654024" y="1774718"/>
                  <a:pt x="1774718" y="1654024"/>
                  <a:pt x="1774718" y="1505140"/>
                </a:cubicBezTo>
                <a:cubicBezTo>
                  <a:pt x="1774718" y="1379528"/>
                  <a:pt x="1688805" y="1273981"/>
                  <a:pt x="1572535" y="1244056"/>
                </a:cubicBezTo>
                <a:lnTo>
                  <a:pt x="1572535" y="336971"/>
                </a:lnTo>
                <a:cubicBezTo>
                  <a:pt x="1572535" y="150867"/>
                  <a:pt x="1421667" y="0"/>
                  <a:pt x="1235563" y="0"/>
                </a:cubicBezTo>
                <a:lnTo>
                  <a:pt x="336971" y="0"/>
                </a:lnTo>
                <a:cubicBezTo>
                  <a:pt x="150867" y="0"/>
                  <a:pt x="0" y="150867"/>
                  <a:pt x="0" y="336971"/>
                </a:cubicBezTo>
                <a:lnTo>
                  <a:pt x="0" y="2176868"/>
                </a:lnTo>
                <a:lnTo>
                  <a:pt x="67394" y="2224013"/>
                </a:lnTo>
                <a:lnTo>
                  <a:pt x="0" y="2271184"/>
                </a:lnTo>
                <a:lnTo>
                  <a:pt x="0" y="2403732"/>
                </a:lnTo>
                <a:moveTo>
                  <a:pt x="134788" y="2448661"/>
                </a:moveTo>
                <a:lnTo>
                  <a:pt x="134788" y="2403732"/>
                </a:lnTo>
                <a:moveTo>
                  <a:pt x="1437746" y="2448661"/>
                </a:moveTo>
                <a:lnTo>
                  <a:pt x="1437746" y="2403732"/>
                </a:lnTo>
                <a:moveTo>
                  <a:pt x="1572535" y="2448661"/>
                </a:moveTo>
                <a:lnTo>
                  <a:pt x="1572535" y="2403732"/>
                </a:lnTo>
                <a:moveTo>
                  <a:pt x="0" y="2448661"/>
                </a:moveTo>
                <a:lnTo>
                  <a:pt x="0" y="2403732"/>
                </a:lnTo>
                <a:moveTo>
                  <a:pt x="134788" y="2448661"/>
                </a:moveTo>
                <a:cubicBezTo>
                  <a:pt x="134788" y="2560324"/>
                  <a:pt x="225309" y="2650844"/>
                  <a:pt x="336971" y="2650844"/>
                </a:cubicBezTo>
                <a:lnTo>
                  <a:pt x="1235563" y="2650844"/>
                </a:lnTo>
                <a:cubicBezTo>
                  <a:pt x="1347225" y="2650844"/>
                  <a:pt x="1437746" y="2560324"/>
                  <a:pt x="1437746" y="2448661"/>
                </a:cubicBezTo>
                <a:moveTo>
                  <a:pt x="1572535" y="2448661"/>
                </a:moveTo>
                <a:cubicBezTo>
                  <a:pt x="1572535" y="2634765"/>
                  <a:pt x="1421667" y="2785633"/>
                  <a:pt x="1235563" y="2785633"/>
                </a:cubicBezTo>
                <a:lnTo>
                  <a:pt x="336971" y="2785633"/>
                </a:lnTo>
                <a:cubicBezTo>
                  <a:pt x="150867" y="2785633"/>
                  <a:pt x="0" y="2634765"/>
                  <a:pt x="0" y="2448661"/>
                </a:cubicBezTo>
              </a:path>
            </a:pathLst>
          </a:custGeom>
          <a:noFill/>
          <a:ln w="11232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CBB699F-EF53-C8C1-66B2-8F06E18C4044}"/>
              </a:ext>
            </a:extLst>
          </p:cNvPr>
          <p:cNvSpPr/>
          <p:nvPr/>
        </p:nvSpPr>
        <p:spPr>
          <a:xfrm>
            <a:off x="4081473" y="1933732"/>
            <a:ext cx="1094040" cy="45719"/>
          </a:xfrm>
          <a:custGeom>
            <a:avLst/>
            <a:gdLst/>
            <a:ahLst/>
            <a:cxnLst/>
            <a:rect l="0" t="0" r="0" b="0"/>
            <a:pathLst>
              <a:path w="721351" h="7488">
                <a:moveTo>
                  <a:pt x="192360" y="0"/>
                </a:moveTo>
                <a:lnTo>
                  <a:pt x="240451" y="0"/>
                </a:lnTo>
                <a:moveTo>
                  <a:pt x="96181" y="0"/>
                </a:moveTo>
                <a:lnTo>
                  <a:pt x="144271" y="0"/>
                </a:lnTo>
                <a:moveTo>
                  <a:pt x="0" y="0"/>
                </a:moveTo>
                <a:lnTo>
                  <a:pt x="48090" y="0"/>
                </a:lnTo>
                <a:moveTo>
                  <a:pt x="288542" y="0"/>
                </a:moveTo>
                <a:lnTo>
                  <a:pt x="336631" y="0"/>
                </a:lnTo>
                <a:moveTo>
                  <a:pt x="384721" y="0"/>
                </a:moveTo>
                <a:lnTo>
                  <a:pt x="432811" y="0"/>
                </a:lnTo>
                <a:moveTo>
                  <a:pt x="480900" y="0"/>
                </a:moveTo>
                <a:lnTo>
                  <a:pt x="528991" y="0"/>
                </a:lnTo>
                <a:moveTo>
                  <a:pt x="577082" y="0"/>
                </a:moveTo>
                <a:lnTo>
                  <a:pt x="625172" y="0"/>
                </a:lnTo>
                <a:moveTo>
                  <a:pt x="673261" y="0"/>
                </a:moveTo>
                <a:lnTo>
                  <a:pt x="721351" y="0"/>
                </a:lnTo>
              </a:path>
            </a:pathLst>
          </a:custGeom>
          <a:noFill/>
          <a:ln w="11232">
            <a:solidFill>
              <a:srgbClr val="B7B7B7"/>
            </a:solidFill>
          </a:ln>
        </p:spPr>
        <p:txBody>
          <a:bodyPr rtlCol="0" anchor="ctr"/>
          <a:lstStyle/>
          <a:p>
            <a:pPr algn="ctr"/>
            <a:r>
              <a:rPr lang="es-CO" dirty="0"/>
              <a:t>Se hicieron mejoras en el </a:t>
            </a:r>
            <a:r>
              <a:rPr lang="es-CO" dirty="0" err="1"/>
              <a:t>backend</a:t>
            </a:r>
            <a:endParaRPr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3BF82135-B3FD-0FA2-C4F9-5C70718B9214}"/>
              </a:ext>
            </a:extLst>
          </p:cNvPr>
          <p:cNvSpPr txBox="1"/>
          <p:nvPr/>
        </p:nvSpPr>
        <p:spPr>
          <a:xfrm>
            <a:off x="5286736" y="1391920"/>
            <a:ext cx="123591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400" b="1" dirty="0">
                <a:solidFill>
                  <a:srgbClr val="F4F4F4"/>
                </a:solidFill>
                <a:latin typeface="Roboto"/>
              </a:rPr>
              <a:t>¿QUE SE HIZO?</a:t>
            </a:r>
            <a:endParaRPr sz="1400" b="1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38E81AEE-00E0-11CB-33E9-2CE7A962F696}"/>
              </a:ext>
            </a:extLst>
          </p:cNvPr>
          <p:cNvSpPr txBox="1"/>
          <p:nvPr/>
        </p:nvSpPr>
        <p:spPr>
          <a:xfrm>
            <a:off x="2801902" y="4342882"/>
            <a:ext cx="191514" cy="453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0" dirty="0">
                <a:solidFill>
                  <a:srgbClr val="43DD93"/>
                </a:solidFill>
                <a:latin typeface="Roboto"/>
              </a:rPr>
              <a:t>2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CBDAE307-1F2F-862E-A2FF-317C7ABF0933}"/>
              </a:ext>
            </a:extLst>
          </p:cNvPr>
          <p:cNvSpPr txBox="1"/>
          <p:nvPr/>
        </p:nvSpPr>
        <p:spPr>
          <a:xfrm>
            <a:off x="1174647" y="5069191"/>
            <a:ext cx="1263852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MX" sz="1000" dirty="0" err="1">
                <a:solidFill>
                  <a:srgbClr val="F4F4F4"/>
                </a:solidFill>
                <a:latin typeface="Roboto"/>
              </a:rPr>
              <a:t>DTOs</a:t>
            </a:r>
            <a:r>
              <a:rPr lang="es-MX" sz="1000" dirty="0">
                <a:solidFill>
                  <a:srgbClr val="F4F4F4"/>
                </a:solidFill>
                <a:latin typeface="Roboto"/>
              </a:rPr>
              <a:t> separados de las entidades (nunca más expones la entidad directamente</a:t>
            </a:r>
            <a:endParaRPr sz="1000" b="0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28" name="Rounded Rectangle 24">
            <a:extLst>
              <a:ext uri="{FF2B5EF4-FFF2-40B4-BE49-F238E27FC236}">
                <a16:creationId xmlns:a16="http://schemas.microsoft.com/office/drawing/2014/main" id="{8DB4F905-F073-0F0A-57AA-BBC6CDBFAE9C}"/>
              </a:ext>
            </a:extLst>
          </p:cNvPr>
          <p:cNvSpPr/>
          <p:nvPr/>
        </p:nvSpPr>
        <p:spPr>
          <a:xfrm>
            <a:off x="1545508" y="3275250"/>
            <a:ext cx="641431" cy="562548"/>
          </a:xfrm>
          <a:custGeom>
            <a:avLst/>
            <a:gdLst/>
            <a:ahLst/>
            <a:cxnLst/>
            <a:rect l="0" t="0" r="0" b="0"/>
            <a:pathLst>
              <a:path w="290172" h="263774">
                <a:moveTo>
                  <a:pt x="52753" y="145077"/>
                </a:moveTo>
                <a:lnTo>
                  <a:pt x="52753" y="164860"/>
                </a:lnTo>
                <a:cubicBezTo>
                  <a:pt x="52753" y="168502"/>
                  <a:pt x="49801" y="171454"/>
                  <a:pt x="46159" y="171454"/>
                </a:cubicBezTo>
                <a:lnTo>
                  <a:pt x="19782" y="171454"/>
                </a:lnTo>
                <a:cubicBezTo>
                  <a:pt x="16140" y="171454"/>
                  <a:pt x="13188" y="168502"/>
                  <a:pt x="13188" y="164860"/>
                </a:cubicBezTo>
                <a:lnTo>
                  <a:pt x="13188" y="145077"/>
                </a:lnTo>
                <a:moveTo>
                  <a:pt x="250580" y="92324"/>
                </a:moveTo>
                <a:lnTo>
                  <a:pt x="224203" y="65947"/>
                </a:lnTo>
                <a:lnTo>
                  <a:pt x="26376" y="65947"/>
                </a:lnTo>
                <a:lnTo>
                  <a:pt x="1925" y="90398"/>
                </a:lnTo>
                <a:cubicBezTo>
                  <a:pt x="692" y="91634"/>
                  <a:pt x="0" y="93308"/>
                  <a:pt x="0" y="95054"/>
                </a:cubicBezTo>
                <a:lnTo>
                  <a:pt x="0" y="138483"/>
                </a:lnTo>
                <a:cubicBezTo>
                  <a:pt x="0" y="142125"/>
                  <a:pt x="2952" y="145077"/>
                  <a:pt x="6594" y="145077"/>
                </a:cubicBezTo>
                <a:lnTo>
                  <a:pt x="111508" y="145077"/>
                </a:lnTo>
                <a:moveTo>
                  <a:pt x="224203" y="65947"/>
                </a:moveTo>
                <a:lnTo>
                  <a:pt x="199488" y="4145"/>
                </a:lnTo>
                <a:cubicBezTo>
                  <a:pt x="198484" y="1640"/>
                  <a:pt x="196055" y="0"/>
                  <a:pt x="193356" y="4"/>
                </a:cubicBezTo>
                <a:lnTo>
                  <a:pt x="57224" y="4"/>
                </a:lnTo>
                <a:cubicBezTo>
                  <a:pt x="54525" y="0"/>
                  <a:pt x="52096" y="1640"/>
                  <a:pt x="51092" y="4145"/>
                </a:cubicBezTo>
                <a:lnTo>
                  <a:pt x="26376" y="65947"/>
                </a:lnTo>
                <a:moveTo>
                  <a:pt x="0" y="118700"/>
                </a:moveTo>
                <a:lnTo>
                  <a:pt x="59348" y="118700"/>
                </a:lnTo>
                <a:moveTo>
                  <a:pt x="145099" y="178431"/>
                </a:moveTo>
                <a:cubicBezTo>
                  <a:pt x="145099" y="211419"/>
                  <a:pt x="171841" y="238161"/>
                  <a:pt x="204830" y="238161"/>
                </a:cubicBezTo>
                <a:cubicBezTo>
                  <a:pt x="237818" y="238161"/>
                  <a:pt x="264560" y="211419"/>
                  <a:pt x="264560" y="178431"/>
                </a:cubicBezTo>
                <a:cubicBezTo>
                  <a:pt x="264560" y="145443"/>
                  <a:pt x="237818" y="118700"/>
                  <a:pt x="204830" y="118700"/>
                </a:cubicBezTo>
                <a:cubicBezTo>
                  <a:pt x="171841" y="118700"/>
                  <a:pt x="145099" y="145443"/>
                  <a:pt x="145099" y="178431"/>
                </a:cubicBezTo>
                <a:close/>
                <a:moveTo>
                  <a:pt x="290172" y="263774"/>
                </a:moveTo>
                <a:lnTo>
                  <a:pt x="247336" y="220937"/>
                </a:lnTo>
              </a:path>
            </a:pathLst>
          </a:custGeom>
          <a:noFill/>
          <a:ln w="13188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7E872E-9929-7AC1-0492-98C25FBAA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788" y="2335573"/>
            <a:ext cx="8430802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83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92B9917D-B5B6-5EBD-1088-37D8E04D7370}"/>
              </a:ext>
            </a:extLst>
          </p:cNvPr>
          <p:cNvSpPr/>
          <p:nvPr/>
        </p:nvSpPr>
        <p:spPr>
          <a:xfrm>
            <a:off x="629920" y="2295820"/>
            <a:ext cx="2896059" cy="4014616"/>
          </a:xfrm>
          <a:custGeom>
            <a:avLst/>
            <a:gdLst/>
            <a:ahLst/>
            <a:cxnLst/>
            <a:rect l="0" t="0" r="0" b="0"/>
            <a:pathLst>
              <a:path w="1909506" h="2785633">
                <a:moveTo>
                  <a:pt x="1572535" y="2403732"/>
                </a:moveTo>
                <a:lnTo>
                  <a:pt x="1572535" y="2291408"/>
                </a:lnTo>
                <a:lnTo>
                  <a:pt x="1684858" y="2291408"/>
                </a:lnTo>
                <a:lnTo>
                  <a:pt x="1684858" y="2381267"/>
                </a:lnTo>
                <a:lnTo>
                  <a:pt x="1909506" y="2224013"/>
                </a:lnTo>
                <a:lnTo>
                  <a:pt x="1684858" y="2066760"/>
                </a:lnTo>
                <a:lnTo>
                  <a:pt x="1684858" y="2156619"/>
                </a:lnTo>
                <a:lnTo>
                  <a:pt x="1437746" y="2156619"/>
                </a:lnTo>
                <a:lnTo>
                  <a:pt x="1437746" y="2403732"/>
                </a:lnTo>
                <a:moveTo>
                  <a:pt x="134788" y="2403732"/>
                </a:moveTo>
                <a:lnTo>
                  <a:pt x="134788" y="336971"/>
                </a:lnTo>
                <a:cubicBezTo>
                  <a:pt x="134788" y="225309"/>
                  <a:pt x="225309" y="134788"/>
                  <a:pt x="336971" y="134788"/>
                </a:cubicBezTo>
                <a:lnTo>
                  <a:pt x="1235563" y="134788"/>
                </a:lnTo>
                <a:cubicBezTo>
                  <a:pt x="1347225" y="134788"/>
                  <a:pt x="1437746" y="225309"/>
                  <a:pt x="1437746" y="336971"/>
                </a:cubicBezTo>
                <a:lnTo>
                  <a:pt x="1437746" y="1244056"/>
                </a:lnTo>
                <a:cubicBezTo>
                  <a:pt x="1321476" y="1273981"/>
                  <a:pt x="1235563" y="1379528"/>
                  <a:pt x="1235563" y="1505140"/>
                </a:cubicBezTo>
                <a:cubicBezTo>
                  <a:pt x="1235563" y="1654024"/>
                  <a:pt x="1356256" y="1774718"/>
                  <a:pt x="1505140" y="1774718"/>
                </a:cubicBezTo>
                <a:cubicBezTo>
                  <a:pt x="1654024" y="1774718"/>
                  <a:pt x="1774718" y="1654024"/>
                  <a:pt x="1774718" y="1505140"/>
                </a:cubicBezTo>
                <a:cubicBezTo>
                  <a:pt x="1774718" y="1379528"/>
                  <a:pt x="1688805" y="1273981"/>
                  <a:pt x="1572535" y="1244056"/>
                </a:cubicBezTo>
                <a:lnTo>
                  <a:pt x="1572535" y="336971"/>
                </a:lnTo>
                <a:cubicBezTo>
                  <a:pt x="1572535" y="150867"/>
                  <a:pt x="1421667" y="0"/>
                  <a:pt x="1235563" y="0"/>
                </a:cubicBezTo>
                <a:lnTo>
                  <a:pt x="336971" y="0"/>
                </a:lnTo>
                <a:cubicBezTo>
                  <a:pt x="150867" y="0"/>
                  <a:pt x="0" y="150867"/>
                  <a:pt x="0" y="336971"/>
                </a:cubicBezTo>
                <a:lnTo>
                  <a:pt x="0" y="2403732"/>
                </a:lnTo>
                <a:moveTo>
                  <a:pt x="134788" y="2448661"/>
                </a:moveTo>
                <a:lnTo>
                  <a:pt x="134788" y="2403732"/>
                </a:lnTo>
                <a:moveTo>
                  <a:pt x="1437746" y="2448661"/>
                </a:moveTo>
                <a:lnTo>
                  <a:pt x="1437746" y="2403732"/>
                </a:lnTo>
                <a:moveTo>
                  <a:pt x="1572535" y="2448661"/>
                </a:moveTo>
                <a:lnTo>
                  <a:pt x="1572535" y="2403732"/>
                </a:lnTo>
                <a:moveTo>
                  <a:pt x="0" y="2448661"/>
                </a:moveTo>
                <a:lnTo>
                  <a:pt x="0" y="2403732"/>
                </a:lnTo>
                <a:moveTo>
                  <a:pt x="134788" y="2448661"/>
                </a:moveTo>
                <a:cubicBezTo>
                  <a:pt x="134788" y="2560324"/>
                  <a:pt x="225309" y="2650844"/>
                  <a:pt x="336971" y="2650844"/>
                </a:cubicBezTo>
                <a:lnTo>
                  <a:pt x="1235563" y="2650844"/>
                </a:lnTo>
                <a:cubicBezTo>
                  <a:pt x="1347225" y="2650844"/>
                  <a:pt x="1437746" y="2560324"/>
                  <a:pt x="1437746" y="2448661"/>
                </a:cubicBezTo>
                <a:moveTo>
                  <a:pt x="1572535" y="2448661"/>
                </a:moveTo>
                <a:cubicBezTo>
                  <a:pt x="1572535" y="2634765"/>
                  <a:pt x="1421667" y="2785633"/>
                  <a:pt x="1235563" y="2785633"/>
                </a:cubicBezTo>
                <a:lnTo>
                  <a:pt x="336971" y="2785633"/>
                </a:lnTo>
                <a:cubicBezTo>
                  <a:pt x="150867" y="2785633"/>
                  <a:pt x="0" y="2634765"/>
                  <a:pt x="0" y="2448661"/>
                </a:cubicBezTo>
              </a:path>
            </a:pathLst>
          </a:custGeom>
          <a:noFill/>
          <a:ln w="11232">
            <a:solidFill>
              <a:srgbClr val="4F91F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967E0BE1-EA05-5D2F-E7FB-ABEF5A9AADF0}"/>
              </a:ext>
            </a:extLst>
          </p:cNvPr>
          <p:cNvSpPr/>
          <p:nvPr/>
        </p:nvSpPr>
        <p:spPr>
          <a:xfrm>
            <a:off x="1140990" y="4463490"/>
            <a:ext cx="1094040" cy="10792"/>
          </a:xfrm>
          <a:custGeom>
            <a:avLst/>
            <a:gdLst/>
            <a:ahLst/>
            <a:cxnLst/>
            <a:rect l="0" t="0" r="0" b="0"/>
            <a:pathLst>
              <a:path w="721351" h="7488">
                <a:moveTo>
                  <a:pt x="192360" y="0"/>
                </a:moveTo>
                <a:lnTo>
                  <a:pt x="240451" y="0"/>
                </a:lnTo>
                <a:moveTo>
                  <a:pt x="96181" y="0"/>
                </a:moveTo>
                <a:lnTo>
                  <a:pt x="144271" y="0"/>
                </a:lnTo>
                <a:moveTo>
                  <a:pt x="0" y="0"/>
                </a:moveTo>
                <a:lnTo>
                  <a:pt x="48090" y="0"/>
                </a:lnTo>
                <a:moveTo>
                  <a:pt x="288542" y="0"/>
                </a:moveTo>
                <a:lnTo>
                  <a:pt x="336631" y="0"/>
                </a:lnTo>
                <a:moveTo>
                  <a:pt x="384721" y="0"/>
                </a:moveTo>
                <a:lnTo>
                  <a:pt x="432811" y="0"/>
                </a:lnTo>
                <a:moveTo>
                  <a:pt x="480900" y="0"/>
                </a:moveTo>
                <a:lnTo>
                  <a:pt x="528991" y="0"/>
                </a:lnTo>
                <a:moveTo>
                  <a:pt x="577082" y="0"/>
                </a:moveTo>
                <a:lnTo>
                  <a:pt x="625172" y="0"/>
                </a:lnTo>
                <a:moveTo>
                  <a:pt x="673261" y="0"/>
                </a:moveTo>
                <a:lnTo>
                  <a:pt x="721351" y="0"/>
                </a:lnTo>
              </a:path>
            </a:pathLst>
          </a:custGeom>
          <a:noFill/>
          <a:ln w="11232">
            <a:solidFill>
              <a:srgbClr val="B7B7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14825234-DFD6-0E4C-D702-55DD0F8651C4}"/>
              </a:ext>
            </a:extLst>
          </p:cNvPr>
          <p:cNvSpPr txBox="1"/>
          <p:nvPr/>
        </p:nvSpPr>
        <p:spPr>
          <a:xfrm>
            <a:off x="5286736" y="1391920"/>
            <a:ext cx="123591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400" b="1" dirty="0">
                <a:solidFill>
                  <a:srgbClr val="F4F4F4"/>
                </a:solidFill>
                <a:latin typeface="Roboto"/>
              </a:rPr>
              <a:t>¿QUE SE HIZO?</a:t>
            </a:r>
            <a:endParaRPr sz="1400" b="1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939C6FF-1643-DB65-6C02-197D58DB24A0}"/>
              </a:ext>
            </a:extLst>
          </p:cNvPr>
          <p:cNvSpPr txBox="1"/>
          <p:nvPr/>
        </p:nvSpPr>
        <p:spPr>
          <a:xfrm>
            <a:off x="2816957" y="4303127"/>
            <a:ext cx="191514" cy="453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4F91FC"/>
                </a:solidFill>
                <a:latin typeface="Roboto"/>
              </a:rPr>
              <a:t>1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CA53EDB9-EF10-1ECC-4C8F-6FEB3E214200}"/>
              </a:ext>
            </a:extLst>
          </p:cNvPr>
          <p:cNvSpPr txBox="1"/>
          <p:nvPr/>
        </p:nvSpPr>
        <p:spPr>
          <a:xfrm>
            <a:off x="1258892" y="5146137"/>
            <a:ext cx="1105690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MX" sz="1000" dirty="0">
                <a:solidFill>
                  <a:srgbClr val="F4F4F4"/>
                </a:solidFill>
                <a:latin typeface="Roboto"/>
              </a:rPr>
              <a:t>La estructura del </a:t>
            </a:r>
            <a:r>
              <a:rPr lang="es-MX" sz="1000" dirty="0" err="1">
                <a:solidFill>
                  <a:srgbClr val="F4F4F4"/>
                </a:solidFill>
                <a:latin typeface="Roboto"/>
              </a:rPr>
              <a:t>backend</a:t>
            </a:r>
            <a:r>
              <a:rPr lang="es-MX" sz="1000" dirty="0">
                <a:solidFill>
                  <a:srgbClr val="F4F4F4"/>
                </a:solidFill>
                <a:latin typeface="Roboto"/>
              </a:rPr>
              <a:t> quedó así:</a:t>
            </a:r>
            <a:endParaRPr sz="1000" b="0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33" name="Rounded Rectangle 23">
            <a:extLst>
              <a:ext uri="{FF2B5EF4-FFF2-40B4-BE49-F238E27FC236}">
                <a16:creationId xmlns:a16="http://schemas.microsoft.com/office/drawing/2014/main" id="{EE7032C7-9AFB-05B1-4BBA-0566512ADC03}"/>
              </a:ext>
            </a:extLst>
          </p:cNvPr>
          <p:cNvSpPr/>
          <p:nvPr/>
        </p:nvSpPr>
        <p:spPr>
          <a:xfrm>
            <a:off x="1536342" y="3277333"/>
            <a:ext cx="543917" cy="514302"/>
          </a:xfrm>
          <a:custGeom>
            <a:avLst/>
            <a:gdLst/>
            <a:ahLst/>
            <a:cxnLst/>
            <a:rect l="0" t="0" r="0" b="0"/>
            <a:pathLst>
              <a:path w="303334" h="303334">
                <a:moveTo>
                  <a:pt x="145073" y="224203"/>
                </a:moveTo>
                <a:cubicBezTo>
                  <a:pt x="145073" y="267906"/>
                  <a:pt x="180501" y="303334"/>
                  <a:pt x="224203" y="303334"/>
                </a:cubicBezTo>
                <a:cubicBezTo>
                  <a:pt x="267906" y="303334"/>
                  <a:pt x="303334" y="267906"/>
                  <a:pt x="303334" y="224203"/>
                </a:cubicBezTo>
                <a:cubicBezTo>
                  <a:pt x="303334" y="180501"/>
                  <a:pt x="267906" y="145073"/>
                  <a:pt x="224203" y="145073"/>
                </a:cubicBezTo>
                <a:cubicBezTo>
                  <a:pt x="180501" y="145073"/>
                  <a:pt x="145073" y="180501"/>
                  <a:pt x="145073" y="224203"/>
                </a:cubicBezTo>
                <a:close/>
                <a:moveTo>
                  <a:pt x="259469" y="201189"/>
                </a:moveTo>
                <a:lnTo>
                  <a:pt x="221157" y="252282"/>
                </a:lnTo>
                <a:cubicBezTo>
                  <a:pt x="219433" y="254574"/>
                  <a:pt x="216800" y="256007"/>
                  <a:pt x="213939" y="256209"/>
                </a:cubicBezTo>
                <a:cubicBezTo>
                  <a:pt x="211078" y="256411"/>
                  <a:pt x="208270" y="255364"/>
                  <a:pt x="206241" y="253337"/>
                </a:cubicBezTo>
                <a:lnTo>
                  <a:pt x="186458" y="233554"/>
                </a:lnTo>
                <a:moveTo>
                  <a:pt x="118696" y="237379"/>
                </a:moveTo>
                <a:lnTo>
                  <a:pt x="13188" y="237379"/>
                </a:lnTo>
                <a:cubicBezTo>
                  <a:pt x="5904" y="237379"/>
                  <a:pt x="0" y="231474"/>
                  <a:pt x="0" y="224190"/>
                </a:cubicBezTo>
                <a:lnTo>
                  <a:pt x="0" y="39552"/>
                </a:lnTo>
                <a:cubicBezTo>
                  <a:pt x="0" y="32268"/>
                  <a:pt x="5904" y="26363"/>
                  <a:pt x="13188" y="26363"/>
                </a:cubicBezTo>
                <a:lnTo>
                  <a:pt x="250580" y="26363"/>
                </a:lnTo>
                <a:cubicBezTo>
                  <a:pt x="257864" y="26363"/>
                  <a:pt x="263769" y="32268"/>
                  <a:pt x="263769" y="39552"/>
                </a:cubicBezTo>
                <a:lnTo>
                  <a:pt x="263769" y="125277"/>
                </a:lnTo>
                <a:moveTo>
                  <a:pt x="65942" y="0"/>
                </a:moveTo>
                <a:lnTo>
                  <a:pt x="65942" y="65942"/>
                </a:lnTo>
                <a:moveTo>
                  <a:pt x="197826" y="0"/>
                </a:moveTo>
                <a:lnTo>
                  <a:pt x="197826" y="65942"/>
                </a:lnTo>
                <a:moveTo>
                  <a:pt x="0" y="92319"/>
                </a:moveTo>
                <a:lnTo>
                  <a:pt x="263769" y="92319"/>
                </a:lnTo>
              </a:path>
            </a:pathLst>
          </a:custGeom>
          <a:noFill/>
          <a:ln w="13188">
            <a:solidFill>
              <a:srgbClr val="4F91F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973A0B7-5CB7-A0E7-0662-CCB912F4028A}"/>
              </a:ext>
            </a:extLst>
          </p:cNvPr>
          <p:cNvSpPr txBox="1"/>
          <p:nvPr/>
        </p:nvSpPr>
        <p:spPr>
          <a:xfrm>
            <a:off x="4332157" y="2863121"/>
            <a:ext cx="63235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u="sng" dirty="0" err="1"/>
              <a:t>controller</a:t>
            </a:r>
            <a:r>
              <a:rPr lang="es-CO" b="1" u="sng" dirty="0"/>
              <a:t>/   </a:t>
            </a:r>
            <a:r>
              <a:rPr lang="es-CO" dirty="0"/>
              <a:t>→ recibe </a:t>
            </a:r>
            <a:r>
              <a:rPr lang="es-CO" dirty="0" err="1"/>
              <a:t>DTOs</a:t>
            </a:r>
            <a:r>
              <a:rPr lang="es-CO" dirty="0"/>
              <a:t>, devuelve </a:t>
            </a:r>
            <a:r>
              <a:rPr lang="es-CO" dirty="0" err="1"/>
              <a:t>DTOs</a:t>
            </a:r>
            <a:r>
              <a:rPr lang="es-CO" dirty="0"/>
              <a:t>, sin lógica</a:t>
            </a:r>
          </a:p>
          <a:p>
            <a:r>
              <a:rPr lang="es-CO" b="1" dirty="0" err="1"/>
              <a:t>service</a:t>
            </a:r>
            <a:r>
              <a:rPr lang="es-CO" b="1" dirty="0"/>
              <a:t>/      </a:t>
            </a:r>
            <a:r>
              <a:rPr lang="es-CO" dirty="0"/>
              <a:t>→ lógica de negocio, transacciones, mapeos</a:t>
            </a:r>
          </a:p>
          <a:p>
            <a:r>
              <a:rPr lang="es-CO" b="1" dirty="0" err="1"/>
              <a:t>repository</a:t>
            </a:r>
            <a:r>
              <a:rPr lang="es-CO" b="1" dirty="0"/>
              <a:t>/   </a:t>
            </a:r>
            <a:r>
              <a:rPr lang="es-CO" dirty="0"/>
              <a:t>→ </a:t>
            </a:r>
            <a:r>
              <a:rPr lang="es-CO" dirty="0" err="1"/>
              <a:t>queries</a:t>
            </a:r>
            <a:r>
              <a:rPr lang="es-CO" dirty="0"/>
              <a:t> JPQL con JOIN FETCH y paginación</a:t>
            </a:r>
          </a:p>
          <a:p>
            <a:r>
              <a:rPr lang="es-CO" b="1" dirty="0" err="1"/>
              <a:t>mapper</a:t>
            </a:r>
            <a:r>
              <a:rPr lang="es-CO" b="1" dirty="0"/>
              <a:t>/       </a:t>
            </a:r>
            <a:r>
              <a:rPr lang="es-CO" dirty="0"/>
              <a:t>→ conversión entidad ↔ DTO</a:t>
            </a:r>
          </a:p>
          <a:p>
            <a:r>
              <a:rPr lang="es-CO" b="1" dirty="0" err="1"/>
              <a:t>dto</a:t>
            </a:r>
            <a:r>
              <a:rPr lang="es-CO" b="1" dirty="0"/>
              <a:t>/          </a:t>
            </a:r>
            <a:r>
              <a:rPr lang="es-CO" dirty="0"/>
              <a:t>→ </a:t>
            </a:r>
            <a:r>
              <a:rPr lang="es-CO" dirty="0" err="1"/>
              <a:t>Request</a:t>
            </a:r>
            <a:r>
              <a:rPr lang="es-CO" dirty="0"/>
              <a:t>/Response/Error/Resumen/</a:t>
            </a:r>
            <a:r>
              <a:rPr lang="es-CO" dirty="0" err="1"/>
              <a:t>CambioEstado</a:t>
            </a:r>
            <a:endParaRPr lang="es-CO" dirty="0"/>
          </a:p>
          <a:p>
            <a:r>
              <a:rPr lang="es-CO" b="1" dirty="0" err="1"/>
              <a:t>exception</a:t>
            </a:r>
            <a:r>
              <a:rPr lang="es-CO" b="1" dirty="0"/>
              <a:t>/    </a:t>
            </a:r>
            <a:r>
              <a:rPr lang="es-CO" dirty="0"/>
              <a:t>→ </a:t>
            </a:r>
            <a:r>
              <a:rPr lang="es-CO" dirty="0" err="1"/>
              <a:t>RecursoNoEncontrado</a:t>
            </a:r>
            <a:r>
              <a:rPr lang="es-CO" dirty="0"/>
              <a:t>, </a:t>
            </a:r>
            <a:r>
              <a:rPr lang="es-CO" dirty="0" err="1"/>
              <a:t>ReglaDeNegocio</a:t>
            </a:r>
            <a:r>
              <a:rPr lang="es-CO" dirty="0"/>
              <a:t>, </a:t>
            </a:r>
            <a:r>
              <a:rPr lang="es-CO" dirty="0" err="1"/>
              <a:t>GlobalHandler</a:t>
            </a:r>
            <a:endParaRPr lang="es-CO" dirty="0"/>
          </a:p>
          <a:p>
            <a:r>
              <a:rPr lang="es-CO" b="1" dirty="0" err="1"/>
              <a:t>config</a:t>
            </a:r>
            <a:r>
              <a:rPr lang="es-CO" dirty="0"/>
              <a:t>/       → CORS</a:t>
            </a:r>
          </a:p>
          <a:p>
            <a:r>
              <a:rPr lang="es-CO" b="1" dirty="0" err="1"/>
              <a:t>db</a:t>
            </a:r>
            <a:r>
              <a:rPr lang="es-CO" b="1" dirty="0"/>
              <a:t>/</a:t>
            </a:r>
            <a:r>
              <a:rPr lang="es-CO" b="1" dirty="0" err="1"/>
              <a:t>migration</a:t>
            </a:r>
            <a:r>
              <a:rPr lang="es-CO" b="1" dirty="0"/>
              <a:t>/ </a:t>
            </a:r>
            <a:r>
              <a:rPr lang="es-CO" dirty="0"/>
              <a:t>→ V1 (</a:t>
            </a:r>
            <a:r>
              <a:rPr lang="es-CO" dirty="0" err="1"/>
              <a:t>schema</a:t>
            </a:r>
            <a:r>
              <a:rPr lang="es-CO" dirty="0"/>
              <a:t>), V2 (datos de ejemplo)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01215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DE28A-E114-E079-A4F3-0FAFA503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">
            <a:extLst>
              <a:ext uri="{FF2B5EF4-FFF2-40B4-BE49-F238E27FC236}">
                <a16:creationId xmlns:a16="http://schemas.microsoft.com/office/drawing/2014/main" id="{E8F15E7F-60A2-1271-F5F1-9669F93D35AF}"/>
              </a:ext>
            </a:extLst>
          </p:cNvPr>
          <p:cNvSpPr/>
          <p:nvPr/>
        </p:nvSpPr>
        <p:spPr>
          <a:xfrm>
            <a:off x="608949" y="2295819"/>
            <a:ext cx="2896059" cy="4014616"/>
          </a:xfrm>
          <a:custGeom>
            <a:avLst/>
            <a:gdLst/>
            <a:ahLst/>
            <a:cxnLst/>
            <a:rect l="0" t="0" r="0" b="0"/>
            <a:pathLst>
              <a:path w="1909506" h="2785633">
                <a:moveTo>
                  <a:pt x="1572535" y="2403732"/>
                </a:moveTo>
                <a:lnTo>
                  <a:pt x="1572535" y="2291408"/>
                </a:lnTo>
                <a:lnTo>
                  <a:pt x="1684858" y="2291408"/>
                </a:lnTo>
                <a:lnTo>
                  <a:pt x="1684858" y="2381267"/>
                </a:lnTo>
                <a:lnTo>
                  <a:pt x="1909506" y="2224013"/>
                </a:lnTo>
                <a:lnTo>
                  <a:pt x="1684858" y="2066760"/>
                </a:lnTo>
                <a:lnTo>
                  <a:pt x="1684858" y="2156619"/>
                </a:lnTo>
                <a:lnTo>
                  <a:pt x="1437746" y="2156619"/>
                </a:lnTo>
                <a:lnTo>
                  <a:pt x="1437746" y="2403732"/>
                </a:lnTo>
                <a:moveTo>
                  <a:pt x="134788" y="2403732"/>
                </a:moveTo>
                <a:lnTo>
                  <a:pt x="134788" y="336971"/>
                </a:lnTo>
                <a:cubicBezTo>
                  <a:pt x="134788" y="225309"/>
                  <a:pt x="225309" y="134788"/>
                  <a:pt x="336971" y="134788"/>
                </a:cubicBezTo>
                <a:lnTo>
                  <a:pt x="1235563" y="134788"/>
                </a:lnTo>
                <a:cubicBezTo>
                  <a:pt x="1347225" y="134788"/>
                  <a:pt x="1437746" y="225309"/>
                  <a:pt x="1437746" y="336971"/>
                </a:cubicBezTo>
                <a:lnTo>
                  <a:pt x="1437746" y="1244056"/>
                </a:lnTo>
                <a:cubicBezTo>
                  <a:pt x="1321476" y="1273981"/>
                  <a:pt x="1235563" y="1379528"/>
                  <a:pt x="1235563" y="1505140"/>
                </a:cubicBezTo>
                <a:cubicBezTo>
                  <a:pt x="1235563" y="1654024"/>
                  <a:pt x="1356256" y="1774718"/>
                  <a:pt x="1505140" y="1774718"/>
                </a:cubicBezTo>
                <a:cubicBezTo>
                  <a:pt x="1654024" y="1774718"/>
                  <a:pt x="1774718" y="1654024"/>
                  <a:pt x="1774718" y="1505140"/>
                </a:cubicBezTo>
                <a:cubicBezTo>
                  <a:pt x="1774718" y="1379528"/>
                  <a:pt x="1688805" y="1273981"/>
                  <a:pt x="1572535" y="1244056"/>
                </a:cubicBezTo>
                <a:lnTo>
                  <a:pt x="1572535" y="336971"/>
                </a:lnTo>
                <a:cubicBezTo>
                  <a:pt x="1572535" y="150867"/>
                  <a:pt x="1421667" y="0"/>
                  <a:pt x="1235563" y="0"/>
                </a:cubicBezTo>
                <a:lnTo>
                  <a:pt x="336971" y="0"/>
                </a:lnTo>
                <a:cubicBezTo>
                  <a:pt x="150867" y="0"/>
                  <a:pt x="0" y="150867"/>
                  <a:pt x="0" y="336971"/>
                </a:cubicBezTo>
                <a:lnTo>
                  <a:pt x="0" y="2176868"/>
                </a:lnTo>
                <a:lnTo>
                  <a:pt x="67394" y="2224013"/>
                </a:lnTo>
                <a:lnTo>
                  <a:pt x="0" y="2271184"/>
                </a:lnTo>
                <a:lnTo>
                  <a:pt x="0" y="2403732"/>
                </a:lnTo>
                <a:moveTo>
                  <a:pt x="134788" y="2448661"/>
                </a:moveTo>
                <a:lnTo>
                  <a:pt x="134788" y="2403732"/>
                </a:lnTo>
                <a:moveTo>
                  <a:pt x="1437746" y="2448661"/>
                </a:moveTo>
                <a:lnTo>
                  <a:pt x="1437746" y="2403732"/>
                </a:lnTo>
                <a:moveTo>
                  <a:pt x="1572535" y="2448661"/>
                </a:moveTo>
                <a:lnTo>
                  <a:pt x="1572535" y="2403732"/>
                </a:lnTo>
                <a:moveTo>
                  <a:pt x="0" y="2448661"/>
                </a:moveTo>
                <a:lnTo>
                  <a:pt x="0" y="2403732"/>
                </a:lnTo>
                <a:moveTo>
                  <a:pt x="134788" y="2448661"/>
                </a:moveTo>
                <a:cubicBezTo>
                  <a:pt x="134788" y="2560324"/>
                  <a:pt x="225309" y="2650844"/>
                  <a:pt x="336971" y="2650844"/>
                </a:cubicBezTo>
                <a:lnTo>
                  <a:pt x="1235563" y="2650844"/>
                </a:lnTo>
                <a:cubicBezTo>
                  <a:pt x="1347225" y="2650844"/>
                  <a:pt x="1437746" y="2560324"/>
                  <a:pt x="1437746" y="2448661"/>
                </a:cubicBezTo>
                <a:moveTo>
                  <a:pt x="1572535" y="2448661"/>
                </a:moveTo>
                <a:cubicBezTo>
                  <a:pt x="1572535" y="2634765"/>
                  <a:pt x="1421667" y="2785633"/>
                  <a:pt x="1235563" y="2785633"/>
                </a:cubicBezTo>
                <a:lnTo>
                  <a:pt x="336971" y="2785633"/>
                </a:lnTo>
                <a:cubicBezTo>
                  <a:pt x="150867" y="2785633"/>
                  <a:pt x="0" y="2634765"/>
                  <a:pt x="0" y="2448661"/>
                </a:cubicBezTo>
              </a:path>
            </a:pathLst>
          </a:custGeom>
          <a:noFill/>
          <a:ln w="11232">
            <a:solidFill>
              <a:srgbClr val="A6DA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B32B4A3D-77FD-ABBE-5DD8-495D2F2E74F6}"/>
              </a:ext>
            </a:extLst>
          </p:cNvPr>
          <p:cNvSpPr/>
          <p:nvPr/>
        </p:nvSpPr>
        <p:spPr>
          <a:xfrm>
            <a:off x="1120019" y="4463484"/>
            <a:ext cx="1094040" cy="10792"/>
          </a:xfrm>
          <a:custGeom>
            <a:avLst/>
            <a:gdLst/>
            <a:ahLst/>
            <a:cxnLst/>
            <a:rect l="0" t="0" r="0" b="0"/>
            <a:pathLst>
              <a:path w="721351" h="7488">
                <a:moveTo>
                  <a:pt x="192360" y="0"/>
                </a:moveTo>
                <a:lnTo>
                  <a:pt x="240451" y="0"/>
                </a:lnTo>
                <a:moveTo>
                  <a:pt x="96181" y="0"/>
                </a:moveTo>
                <a:lnTo>
                  <a:pt x="144271" y="0"/>
                </a:lnTo>
                <a:moveTo>
                  <a:pt x="0" y="0"/>
                </a:moveTo>
                <a:lnTo>
                  <a:pt x="48090" y="0"/>
                </a:lnTo>
                <a:moveTo>
                  <a:pt x="288542" y="0"/>
                </a:moveTo>
                <a:lnTo>
                  <a:pt x="336631" y="0"/>
                </a:lnTo>
                <a:moveTo>
                  <a:pt x="384721" y="0"/>
                </a:moveTo>
                <a:lnTo>
                  <a:pt x="432811" y="0"/>
                </a:lnTo>
                <a:moveTo>
                  <a:pt x="480900" y="0"/>
                </a:moveTo>
                <a:lnTo>
                  <a:pt x="528991" y="0"/>
                </a:lnTo>
                <a:moveTo>
                  <a:pt x="577082" y="0"/>
                </a:moveTo>
                <a:lnTo>
                  <a:pt x="625172" y="0"/>
                </a:lnTo>
                <a:moveTo>
                  <a:pt x="673261" y="0"/>
                </a:moveTo>
                <a:lnTo>
                  <a:pt x="721351" y="0"/>
                </a:lnTo>
              </a:path>
            </a:pathLst>
          </a:custGeom>
          <a:noFill/>
          <a:ln w="11232">
            <a:solidFill>
              <a:srgbClr val="B7B7B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1320DDCB-2D88-F275-7A00-D9E356D75CB1}"/>
              </a:ext>
            </a:extLst>
          </p:cNvPr>
          <p:cNvSpPr txBox="1"/>
          <p:nvPr/>
        </p:nvSpPr>
        <p:spPr>
          <a:xfrm>
            <a:off x="5286736" y="1391920"/>
            <a:ext cx="123591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400" b="1" dirty="0">
                <a:solidFill>
                  <a:srgbClr val="F4F4F4"/>
                </a:solidFill>
                <a:latin typeface="Roboto"/>
              </a:rPr>
              <a:t>¿QUE SE HIZO?</a:t>
            </a:r>
            <a:endParaRPr sz="1400" b="1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4BA86F1-5D4C-A0EC-540A-F186D5E3E58A}"/>
              </a:ext>
            </a:extLst>
          </p:cNvPr>
          <p:cNvSpPr txBox="1"/>
          <p:nvPr/>
        </p:nvSpPr>
        <p:spPr>
          <a:xfrm>
            <a:off x="2795987" y="4303126"/>
            <a:ext cx="191514" cy="4532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A6DA37"/>
                </a:solidFill>
                <a:latin typeface="Roboto"/>
              </a:rPr>
              <a:t>3</a:t>
            </a:r>
          </a:p>
        </p:txBody>
      </p:sp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1BD99235-4AC9-3AF1-82E8-F7B82416E5E8}"/>
              </a:ext>
            </a:extLst>
          </p:cNvPr>
          <p:cNvSpPr/>
          <p:nvPr/>
        </p:nvSpPr>
        <p:spPr>
          <a:xfrm>
            <a:off x="1256304" y="2910962"/>
            <a:ext cx="1056210" cy="1003654"/>
          </a:xfrm>
          <a:custGeom>
            <a:avLst/>
            <a:gdLst/>
            <a:ahLst/>
            <a:cxnLst/>
            <a:rect l="0" t="0" r="0" b="0"/>
            <a:pathLst>
              <a:path w="696408" h="696408">
                <a:moveTo>
                  <a:pt x="357938" y="289047"/>
                </a:moveTo>
                <a:cubicBezTo>
                  <a:pt x="424108" y="289047"/>
                  <a:pt x="477751" y="262226"/>
                  <a:pt x="477751" y="229141"/>
                </a:cubicBezTo>
                <a:cubicBezTo>
                  <a:pt x="477751" y="196056"/>
                  <a:pt x="424108" y="169235"/>
                  <a:pt x="357938" y="169235"/>
                </a:cubicBezTo>
                <a:cubicBezTo>
                  <a:pt x="291766" y="169235"/>
                  <a:pt x="238125" y="196056"/>
                  <a:pt x="238125" y="229141"/>
                </a:cubicBezTo>
                <a:cubicBezTo>
                  <a:pt x="238125" y="262226"/>
                  <a:pt x="291766" y="289047"/>
                  <a:pt x="357938" y="289047"/>
                </a:cubicBezTo>
                <a:close/>
                <a:moveTo>
                  <a:pt x="238125" y="229141"/>
                </a:moveTo>
                <a:lnTo>
                  <a:pt x="238125" y="330981"/>
                </a:lnTo>
                <a:cubicBezTo>
                  <a:pt x="238125" y="363929"/>
                  <a:pt x="292040" y="390887"/>
                  <a:pt x="357938" y="390887"/>
                </a:cubicBezTo>
                <a:cubicBezTo>
                  <a:pt x="423835" y="390887"/>
                  <a:pt x="477751" y="363929"/>
                  <a:pt x="477751" y="330981"/>
                </a:cubicBezTo>
                <a:lnTo>
                  <a:pt x="477751" y="229141"/>
                </a:lnTo>
                <a:moveTo>
                  <a:pt x="238125" y="333976"/>
                </a:moveTo>
                <a:lnTo>
                  <a:pt x="238125" y="435816"/>
                </a:lnTo>
                <a:cubicBezTo>
                  <a:pt x="238125" y="468765"/>
                  <a:pt x="292040" y="495722"/>
                  <a:pt x="357938" y="495722"/>
                </a:cubicBezTo>
                <a:cubicBezTo>
                  <a:pt x="423835" y="495722"/>
                  <a:pt x="477751" y="468765"/>
                  <a:pt x="477751" y="435816"/>
                </a:cubicBezTo>
                <a:lnTo>
                  <a:pt x="477751" y="333976"/>
                </a:lnTo>
                <a:moveTo>
                  <a:pt x="112323" y="22464"/>
                </a:moveTo>
                <a:lnTo>
                  <a:pt x="22464" y="22464"/>
                </a:lnTo>
                <a:lnTo>
                  <a:pt x="22464" y="112323"/>
                </a:lnTo>
                <a:moveTo>
                  <a:pt x="0" y="0"/>
                </a:moveTo>
                <a:moveTo>
                  <a:pt x="22464" y="22464"/>
                </a:moveTo>
                <a:lnTo>
                  <a:pt x="127300" y="127300"/>
                </a:lnTo>
                <a:moveTo>
                  <a:pt x="606549" y="22464"/>
                </a:moveTo>
                <a:lnTo>
                  <a:pt x="696408" y="22464"/>
                </a:lnTo>
                <a:lnTo>
                  <a:pt x="696408" y="112323"/>
                </a:lnTo>
                <a:moveTo>
                  <a:pt x="0" y="0"/>
                </a:moveTo>
                <a:moveTo>
                  <a:pt x="696408" y="22464"/>
                </a:moveTo>
                <a:lnTo>
                  <a:pt x="591572" y="127300"/>
                </a:lnTo>
                <a:moveTo>
                  <a:pt x="112323" y="696408"/>
                </a:moveTo>
                <a:lnTo>
                  <a:pt x="22464" y="696408"/>
                </a:lnTo>
                <a:lnTo>
                  <a:pt x="22464" y="606549"/>
                </a:lnTo>
                <a:moveTo>
                  <a:pt x="0" y="0"/>
                </a:moveTo>
                <a:moveTo>
                  <a:pt x="22464" y="696408"/>
                </a:moveTo>
                <a:lnTo>
                  <a:pt x="127300" y="591572"/>
                </a:lnTo>
                <a:moveTo>
                  <a:pt x="606549" y="696408"/>
                </a:moveTo>
                <a:lnTo>
                  <a:pt x="696408" y="696408"/>
                </a:lnTo>
                <a:lnTo>
                  <a:pt x="696408" y="606549"/>
                </a:lnTo>
                <a:moveTo>
                  <a:pt x="0" y="0"/>
                </a:moveTo>
                <a:moveTo>
                  <a:pt x="696408" y="696408"/>
                </a:moveTo>
                <a:lnTo>
                  <a:pt x="591572" y="591572"/>
                </a:lnTo>
                <a:moveTo>
                  <a:pt x="537657" y="504708"/>
                </a:moveTo>
                <a:cubicBezTo>
                  <a:pt x="609544" y="471760"/>
                  <a:pt x="657469" y="420840"/>
                  <a:pt x="657469" y="360934"/>
                </a:cubicBezTo>
                <a:cubicBezTo>
                  <a:pt x="657469" y="313009"/>
                  <a:pt x="624520" y="268079"/>
                  <a:pt x="570605" y="235130"/>
                </a:cubicBezTo>
                <a:moveTo>
                  <a:pt x="151261" y="232136"/>
                </a:moveTo>
                <a:cubicBezTo>
                  <a:pt x="94350" y="265084"/>
                  <a:pt x="58406" y="310014"/>
                  <a:pt x="58406" y="360934"/>
                </a:cubicBezTo>
                <a:cubicBezTo>
                  <a:pt x="58406" y="420840"/>
                  <a:pt x="106331" y="471760"/>
                  <a:pt x="178219" y="504708"/>
                </a:cubicBezTo>
              </a:path>
            </a:pathLst>
          </a:custGeom>
          <a:noFill/>
          <a:ln w="11232">
            <a:solidFill>
              <a:srgbClr val="A6DA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73FC48-26AE-A801-91A9-94A2BF3B9352}"/>
              </a:ext>
            </a:extLst>
          </p:cNvPr>
          <p:cNvSpPr txBox="1"/>
          <p:nvPr/>
        </p:nvSpPr>
        <p:spPr>
          <a:xfrm>
            <a:off x="1256304" y="1783830"/>
            <a:ext cx="34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Implementación ORM - </a:t>
            </a:r>
            <a:r>
              <a:rPr lang="es-CO" dirty="0" err="1"/>
              <a:t>none</a:t>
            </a:r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51F1CE1-40B3-78AF-9B72-5E94D8E71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45" y="2153162"/>
            <a:ext cx="5020376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3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D253-5023-8714-BD3E-DC08EBBCA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9">
            <a:extLst>
              <a:ext uri="{FF2B5EF4-FFF2-40B4-BE49-F238E27FC236}">
                <a16:creationId xmlns:a16="http://schemas.microsoft.com/office/drawing/2014/main" id="{B46614E7-621A-B078-02B1-CC2B125C5787}"/>
              </a:ext>
            </a:extLst>
          </p:cNvPr>
          <p:cNvSpPr txBox="1"/>
          <p:nvPr/>
        </p:nvSpPr>
        <p:spPr>
          <a:xfrm>
            <a:off x="5286736" y="1391920"/>
            <a:ext cx="1235916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400" b="1" dirty="0">
                <a:solidFill>
                  <a:srgbClr val="F4F4F4"/>
                </a:solidFill>
                <a:latin typeface="Roboto"/>
              </a:rPr>
              <a:t>¿QUE SE HIZO?</a:t>
            </a:r>
            <a:endParaRPr sz="1400" b="1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B68D1A-2B17-CF0B-EA96-87738AE7503A}"/>
              </a:ext>
            </a:extLst>
          </p:cNvPr>
          <p:cNvSpPr txBox="1"/>
          <p:nvPr/>
        </p:nvSpPr>
        <p:spPr>
          <a:xfrm>
            <a:off x="1256304" y="1783830"/>
            <a:ext cx="3405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Implementación </a:t>
            </a:r>
            <a:r>
              <a:rPr lang="es-CO" dirty="0" err="1"/>
              <a:t>liquibase</a:t>
            </a:r>
            <a:endParaRPr lang="es-CO" dirty="0"/>
          </a:p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A6E577-525F-A77A-C7C8-01C7F8035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597" y="2430161"/>
            <a:ext cx="2784727" cy="21718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D4247AE-9082-FC2F-1B00-331C0F7E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93" y="1912759"/>
            <a:ext cx="6344535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55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7B79-F6A1-EFEC-CEE0-7635AF61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>
            <a:extLst>
              <a:ext uri="{FF2B5EF4-FFF2-40B4-BE49-F238E27FC236}">
                <a16:creationId xmlns:a16="http://schemas.microsoft.com/office/drawing/2014/main" id="{AAF8882A-F237-3F87-A8D0-9B6541408FCE}"/>
              </a:ext>
            </a:extLst>
          </p:cNvPr>
          <p:cNvSpPr txBox="1"/>
          <p:nvPr/>
        </p:nvSpPr>
        <p:spPr>
          <a:xfrm>
            <a:off x="5015537" y="1048867"/>
            <a:ext cx="1968488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endParaRPr lang="es-CO" sz="1800" b="1" dirty="0">
              <a:solidFill>
                <a:srgbClr val="F4F4F4"/>
              </a:solidFill>
              <a:latin typeface="Roboto"/>
            </a:endParaRPr>
          </a:p>
          <a:p>
            <a:pPr algn="ctr"/>
            <a:r>
              <a:rPr lang="es-CO" sz="1800" b="1" dirty="0">
                <a:solidFill>
                  <a:srgbClr val="F4F4F4"/>
                </a:solidFill>
                <a:latin typeface="Roboto"/>
              </a:rPr>
              <a:t>¿QUE NO SE HIZO?</a:t>
            </a:r>
            <a:endParaRPr sz="1800" b="1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E3EC368-A970-D4FF-2C39-1002D221F51A}"/>
              </a:ext>
            </a:extLst>
          </p:cNvPr>
          <p:cNvSpPr txBox="1"/>
          <p:nvPr/>
        </p:nvSpPr>
        <p:spPr>
          <a:xfrm>
            <a:off x="6753889" y="5754228"/>
            <a:ext cx="6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endParaRPr sz="1500" b="0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16CDCE-15EB-5BB8-5FA2-1FF24B6922A4}"/>
              </a:ext>
            </a:extLst>
          </p:cNvPr>
          <p:cNvSpPr/>
          <p:nvPr/>
        </p:nvSpPr>
        <p:spPr>
          <a:xfrm>
            <a:off x="4935811" y="2719214"/>
            <a:ext cx="1818078" cy="1918665"/>
          </a:xfrm>
          <a:custGeom>
            <a:avLst/>
            <a:gdLst/>
            <a:ahLst/>
            <a:cxnLst/>
            <a:rect l="0" t="0" r="0" b="0"/>
            <a:pathLst>
              <a:path w="453512" h="463416">
                <a:moveTo>
                  <a:pt x="58976" y="147733"/>
                </a:moveTo>
                <a:cubicBezTo>
                  <a:pt x="93271" y="54079"/>
                  <a:pt x="191318" y="0"/>
                  <a:pt x="288828" y="20954"/>
                </a:cubicBezTo>
                <a:cubicBezTo>
                  <a:pt x="386338" y="41908"/>
                  <a:pt x="453512" y="131493"/>
                  <a:pt x="446305" y="230968"/>
                </a:cubicBezTo>
                <a:cubicBezTo>
                  <a:pt x="439098" y="330443"/>
                  <a:pt x="359712" y="409410"/>
                  <a:pt x="260201" y="416090"/>
                </a:cubicBezTo>
                <a:moveTo>
                  <a:pt x="194478" y="168859"/>
                </a:moveTo>
                <a:cubicBezTo>
                  <a:pt x="197108" y="168859"/>
                  <a:pt x="199241" y="166727"/>
                  <a:pt x="199241" y="164097"/>
                </a:cubicBezTo>
                <a:cubicBezTo>
                  <a:pt x="199241" y="161466"/>
                  <a:pt x="197108" y="159334"/>
                  <a:pt x="194478" y="159334"/>
                </a:cubicBezTo>
                <a:cubicBezTo>
                  <a:pt x="191848" y="159334"/>
                  <a:pt x="189716" y="161466"/>
                  <a:pt x="189716" y="164097"/>
                </a:cubicBezTo>
                <a:cubicBezTo>
                  <a:pt x="189716" y="166727"/>
                  <a:pt x="191848" y="168859"/>
                  <a:pt x="194478" y="168859"/>
                </a:cubicBezTo>
                <a:moveTo>
                  <a:pt x="365928" y="168859"/>
                </a:moveTo>
                <a:cubicBezTo>
                  <a:pt x="368558" y="168859"/>
                  <a:pt x="370691" y="166727"/>
                  <a:pt x="370691" y="164097"/>
                </a:cubicBezTo>
                <a:cubicBezTo>
                  <a:pt x="370691" y="161466"/>
                  <a:pt x="368558" y="159334"/>
                  <a:pt x="365928" y="159334"/>
                </a:cubicBezTo>
                <a:cubicBezTo>
                  <a:pt x="363298" y="159334"/>
                  <a:pt x="361166" y="161466"/>
                  <a:pt x="361166" y="164097"/>
                </a:cubicBezTo>
                <a:cubicBezTo>
                  <a:pt x="361166" y="166727"/>
                  <a:pt x="363298" y="168859"/>
                  <a:pt x="365928" y="168859"/>
                </a:cubicBezTo>
                <a:moveTo>
                  <a:pt x="345507" y="235382"/>
                </a:moveTo>
                <a:lnTo>
                  <a:pt x="224501" y="235382"/>
                </a:lnTo>
                <a:cubicBezTo>
                  <a:pt x="223178" y="235379"/>
                  <a:pt x="221860" y="235539"/>
                  <a:pt x="220577" y="235858"/>
                </a:cubicBezTo>
                <a:cubicBezTo>
                  <a:pt x="216607" y="236804"/>
                  <a:pt x="213183" y="239302"/>
                  <a:pt x="211070" y="242793"/>
                </a:cubicBezTo>
                <a:cubicBezTo>
                  <a:pt x="208958" y="246284"/>
                  <a:pt x="208333" y="250477"/>
                  <a:pt x="209337" y="254432"/>
                </a:cubicBezTo>
                <a:cubicBezTo>
                  <a:pt x="216682" y="281620"/>
                  <a:pt x="238247" y="302653"/>
                  <a:pt x="265611" y="309315"/>
                </a:cubicBezTo>
                <a:cubicBezTo>
                  <a:pt x="306987" y="320050"/>
                  <a:pt x="349327" y="295624"/>
                  <a:pt x="360747" y="254432"/>
                </a:cubicBezTo>
                <a:cubicBezTo>
                  <a:pt x="361949" y="249785"/>
                  <a:pt x="360892" y="244842"/>
                  <a:pt x="357893" y="241094"/>
                </a:cubicBezTo>
                <a:cubicBezTo>
                  <a:pt x="354894" y="237345"/>
                  <a:pt x="350305" y="235229"/>
                  <a:pt x="345507" y="235382"/>
                </a:cubicBezTo>
                <a:close/>
                <a:moveTo>
                  <a:pt x="37316" y="287160"/>
                </a:moveTo>
                <a:lnTo>
                  <a:pt x="24895" y="249212"/>
                </a:lnTo>
                <a:cubicBezTo>
                  <a:pt x="19730" y="233516"/>
                  <a:pt x="28255" y="216602"/>
                  <a:pt x="43945" y="211417"/>
                </a:cubicBezTo>
                <a:lnTo>
                  <a:pt x="43945" y="211417"/>
                </a:lnTo>
                <a:cubicBezTo>
                  <a:pt x="59668" y="206271"/>
                  <a:pt x="76587" y="214841"/>
                  <a:pt x="81740" y="230562"/>
                </a:cubicBezTo>
                <a:lnTo>
                  <a:pt x="94180" y="268510"/>
                </a:lnTo>
                <a:moveTo>
                  <a:pt x="158226" y="271482"/>
                </a:moveTo>
                <a:lnTo>
                  <a:pt x="158055" y="270948"/>
                </a:lnTo>
                <a:cubicBezTo>
                  <a:pt x="154235" y="259311"/>
                  <a:pt x="141711" y="252968"/>
                  <a:pt x="130070" y="256775"/>
                </a:cubicBezTo>
                <a:lnTo>
                  <a:pt x="96371" y="267919"/>
                </a:lnTo>
                <a:lnTo>
                  <a:pt x="82559" y="272434"/>
                </a:lnTo>
                <a:lnTo>
                  <a:pt x="58537" y="280321"/>
                </a:lnTo>
                <a:cubicBezTo>
                  <a:pt x="20670" y="292726"/>
                  <a:pt x="0" y="333453"/>
                  <a:pt x="12341" y="371342"/>
                </a:cubicBezTo>
                <a:lnTo>
                  <a:pt x="23333" y="404851"/>
                </a:lnTo>
                <a:cubicBezTo>
                  <a:pt x="35754" y="442753"/>
                  <a:pt x="76542" y="463416"/>
                  <a:pt x="114449" y="451009"/>
                </a:cubicBezTo>
                <a:lnTo>
                  <a:pt x="138471" y="443179"/>
                </a:lnTo>
                <a:lnTo>
                  <a:pt x="186096" y="427615"/>
                </a:lnTo>
                <a:cubicBezTo>
                  <a:pt x="197736" y="423788"/>
                  <a:pt x="204077" y="411258"/>
                  <a:pt x="200269" y="399612"/>
                </a:cubicBezTo>
                <a:lnTo>
                  <a:pt x="200098" y="399098"/>
                </a:lnTo>
                <a:cubicBezTo>
                  <a:pt x="198272" y="393503"/>
                  <a:pt x="194297" y="388863"/>
                  <a:pt x="189047" y="386201"/>
                </a:cubicBezTo>
                <a:cubicBezTo>
                  <a:pt x="183798" y="383539"/>
                  <a:pt x="177706" y="383073"/>
                  <a:pt x="172113" y="384905"/>
                </a:cubicBezTo>
                <a:cubicBezTo>
                  <a:pt x="183750" y="381086"/>
                  <a:pt x="190093" y="368562"/>
                  <a:pt x="186287" y="356921"/>
                </a:cubicBezTo>
                <a:lnTo>
                  <a:pt x="186115" y="356387"/>
                </a:lnTo>
                <a:cubicBezTo>
                  <a:pt x="182296" y="344741"/>
                  <a:pt x="169758" y="338395"/>
                  <a:pt x="158112" y="342214"/>
                </a:cubicBezTo>
                <a:cubicBezTo>
                  <a:pt x="163707" y="340388"/>
                  <a:pt x="168346" y="336413"/>
                  <a:pt x="171008" y="331164"/>
                </a:cubicBezTo>
                <a:cubicBezTo>
                  <a:pt x="173671" y="325915"/>
                  <a:pt x="174137" y="319823"/>
                  <a:pt x="172304" y="314230"/>
                </a:cubicBezTo>
                <a:lnTo>
                  <a:pt x="172056" y="313639"/>
                </a:lnTo>
                <a:cubicBezTo>
                  <a:pt x="168229" y="302000"/>
                  <a:pt x="155699" y="295658"/>
                  <a:pt x="144053" y="299466"/>
                </a:cubicBezTo>
                <a:cubicBezTo>
                  <a:pt x="149647" y="297640"/>
                  <a:pt x="154286" y="293664"/>
                  <a:pt x="156945" y="288414"/>
                </a:cubicBezTo>
                <a:cubicBezTo>
                  <a:pt x="159604" y="283164"/>
                  <a:pt x="160065" y="277072"/>
                  <a:pt x="158226" y="271482"/>
                </a:cubicBezTo>
                <a:close/>
                <a:moveTo>
                  <a:pt x="110258" y="310515"/>
                </a:moveTo>
                <a:lnTo>
                  <a:pt x="143996" y="299466"/>
                </a:lnTo>
                <a:cubicBezTo>
                  <a:pt x="155628" y="295695"/>
                  <a:pt x="162012" y="283217"/>
                  <a:pt x="158264" y="271577"/>
                </a:cubicBezTo>
                <a:lnTo>
                  <a:pt x="158093" y="271043"/>
                </a:lnTo>
                <a:cubicBezTo>
                  <a:pt x="154273" y="259407"/>
                  <a:pt x="141749" y="253064"/>
                  <a:pt x="130108" y="256870"/>
                </a:cubicBezTo>
                <a:lnTo>
                  <a:pt x="96371" y="267919"/>
                </a:lnTo>
                <a:moveTo>
                  <a:pt x="124317" y="353263"/>
                </a:moveTo>
                <a:lnTo>
                  <a:pt x="158036" y="342214"/>
                </a:lnTo>
                <a:cubicBezTo>
                  <a:pt x="163644" y="340389"/>
                  <a:pt x="168294" y="336404"/>
                  <a:pt x="170957" y="331142"/>
                </a:cubicBezTo>
                <a:cubicBezTo>
                  <a:pt x="173621" y="325880"/>
                  <a:pt x="174078" y="319773"/>
                  <a:pt x="172228" y="314173"/>
                </a:cubicBezTo>
                <a:lnTo>
                  <a:pt x="172056" y="313639"/>
                </a:lnTo>
                <a:cubicBezTo>
                  <a:pt x="168229" y="302000"/>
                  <a:pt x="155699" y="295658"/>
                  <a:pt x="144053" y="299466"/>
                </a:cubicBezTo>
                <a:lnTo>
                  <a:pt x="110315" y="310515"/>
                </a:lnTo>
                <a:moveTo>
                  <a:pt x="138281" y="395916"/>
                </a:moveTo>
                <a:lnTo>
                  <a:pt x="172037" y="384848"/>
                </a:lnTo>
                <a:cubicBezTo>
                  <a:pt x="183674" y="381029"/>
                  <a:pt x="190017" y="368505"/>
                  <a:pt x="186210" y="356864"/>
                </a:cubicBezTo>
                <a:lnTo>
                  <a:pt x="186039" y="356330"/>
                </a:lnTo>
                <a:cubicBezTo>
                  <a:pt x="182220" y="344684"/>
                  <a:pt x="169682" y="338338"/>
                  <a:pt x="158036" y="342157"/>
                </a:cubicBezTo>
                <a:lnTo>
                  <a:pt x="124317" y="353206"/>
                </a:lnTo>
                <a:moveTo>
                  <a:pt x="152263" y="438607"/>
                </a:moveTo>
                <a:lnTo>
                  <a:pt x="186001" y="427558"/>
                </a:lnTo>
                <a:cubicBezTo>
                  <a:pt x="197640" y="423730"/>
                  <a:pt x="203982" y="411201"/>
                  <a:pt x="200174" y="399555"/>
                </a:cubicBezTo>
                <a:lnTo>
                  <a:pt x="200003" y="399040"/>
                </a:lnTo>
                <a:cubicBezTo>
                  <a:pt x="198177" y="393445"/>
                  <a:pt x="194201" y="388806"/>
                  <a:pt x="188952" y="386144"/>
                </a:cubicBezTo>
                <a:cubicBezTo>
                  <a:pt x="183703" y="383482"/>
                  <a:pt x="177611" y="383016"/>
                  <a:pt x="172018" y="384848"/>
                </a:cubicBezTo>
                <a:lnTo>
                  <a:pt x="138281" y="395916"/>
                </a:lnTo>
              </a:path>
            </a:pathLst>
          </a:custGeom>
          <a:noFill/>
          <a:ln w="14287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2848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4DBF-0403-9A92-4727-C3C093D2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5">
            <a:extLst>
              <a:ext uri="{FF2B5EF4-FFF2-40B4-BE49-F238E27FC236}">
                <a16:creationId xmlns:a16="http://schemas.microsoft.com/office/drawing/2014/main" id="{FE371D0D-C0E3-D45D-BD5A-E4407E1789C4}"/>
              </a:ext>
            </a:extLst>
          </p:cNvPr>
          <p:cNvSpPr txBox="1"/>
          <p:nvPr/>
        </p:nvSpPr>
        <p:spPr>
          <a:xfrm>
            <a:off x="4993146" y="1103332"/>
            <a:ext cx="140423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500" b="1" dirty="0">
                <a:solidFill>
                  <a:srgbClr val="F4F4F4"/>
                </a:solidFill>
                <a:latin typeface="Roboto"/>
              </a:rPr>
              <a:t>¿QUE SE HARA?</a:t>
            </a:r>
            <a:endParaRPr sz="1500" b="1" dirty="0">
              <a:solidFill>
                <a:srgbClr val="F4F4F4"/>
              </a:solidFill>
              <a:latin typeface="Roboto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DD5251A-B9B0-5404-278D-E7B662F9762C}"/>
              </a:ext>
            </a:extLst>
          </p:cNvPr>
          <p:cNvSpPr/>
          <p:nvPr/>
        </p:nvSpPr>
        <p:spPr>
          <a:xfrm>
            <a:off x="3681722" y="2133148"/>
            <a:ext cx="1257300" cy="914400"/>
          </a:xfrm>
          <a:custGeom>
            <a:avLst/>
            <a:gdLst/>
            <a:ahLst/>
            <a:cxnLst/>
            <a:rect l="0" t="0" r="0" b="0"/>
            <a:pathLst>
              <a:path w="1257300" h="914400">
                <a:moveTo>
                  <a:pt x="0" y="0"/>
                </a:moveTo>
                <a:lnTo>
                  <a:pt x="1257300" y="0"/>
                </a:lnTo>
                <a:moveTo>
                  <a:pt x="1257300" y="914400"/>
                </a:moveTo>
                <a:lnTo>
                  <a:pt x="0" y="914400"/>
                </a:lnTo>
              </a:path>
            </a:pathLst>
          </a:custGeom>
          <a:noFill/>
          <a:ln w="14287">
            <a:solidFill>
              <a:srgbClr val="4F91F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D0DF3B-BE56-3DCE-CE21-4011759FD2BB}"/>
              </a:ext>
            </a:extLst>
          </p:cNvPr>
          <p:cNvSpPr/>
          <p:nvPr/>
        </p:nvSpPr>
        <p:spPr>
          <a:xfrm>
            <a:off x="3510272" y="2133148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171450" y="0"/>
                </a:moveTo>
                <a:lnTo>
                  <a:pt x="152400" y="0"/>
                </a:lnTo>
                <a:cubicBezTo>
                  <a:pt x="68231" y="0"/>
                  <a:pt x="0" y="68231"/>
                  <a:pt x="0" y="152400"/>
                </a:cubicBezTo>
                <a:moveTo>
                  <a:pt x="171450" y="914400"/>
                </a:moveTo>
                <a:lnTo>
                  <a:pt x="152400" y="914400"/>
                </a:lnTo>
                <a:cubicBezTo>
                  <a:pt x="68231" y="914400"/>
                  <a:pt x="0" y="846168"/>
                  <a:pt x="0" y="762000"/>
                </a:cubicBezTo>
                <a:moveTo>
                  <a:pt x="0" y="762000"/>
                </a:moveTo>
                <a:lnTo>
                  <a:pt x="0" y="152400"/>
                </a:lnTo>
              </a:path>
            </a:pathLst>
          </a:custGeom>
          <a:noFill/>
          <a:ln w="14287">
            <a:solidFill>
              <a:srgbClr val="4F91F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AEEB2B-0F5F-B086-5DA4-8C4207949F1E}"/>
              </a:ext>
            </a:extLst>
          </p:cNvPr>
          <p:cNvSpPr/>
          <p:nvPr/>
        </p:nvSpPr>
        <p:spPr>
          <a:xfrm>
            <a:off x="4939022" y="2133148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0" y="0"/>
                </a:moveTo>
                <a:lnTo>
                  <a:pt x="19050" y="0"/>
                </a:lnTo>
                <a:cubicBezTo>
                  <a:pt x="103218" y="0"/>
                  <a:pt x="171450" y="68231"/>
                  <a:pt x="171450" y="152400"/>
                </a:cubicBezTo>
                <a:moveTo>
                  <a:pt x="0" y="914400"/>
                </a:moveTo>
                <a:lnTo>
                  <a:pt x="19050" y="914400"/>
                </a:lnTo>
                <a:cubicBezTo>
                  <a:pt x="103218" y="914400"/>
                  <a:pt x="171450" y="846168"/>
                  <a:pt x="171450" y="762000"/>
                </a:cubicBezTo>
                <a:moveTo>
                  <a:pt x="171450" y="762000"/>
                </a:moveTo>
                <a:lnTo>
                  <a:pt x="171450" y="152400"/>
                </a:lnTo>
              </a:path>
            </a:pathLst>
          </a:custGeom>
          <a:noFill/>
          <a:ln w="14287">
            <a:solidFill>
              <a:srgbClr val="4F91F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B1D827-87B8-B95D-97E8-249AFB6979BC}"/>
              </a:ext>
            </a:extLst>
          </p:cNvPr>
          <p:cNvSpPr/>
          <p:nvPr/>
        </p:nvSpPr>
        <p:spPr>
          <a:xfrm>
            <a:off x="6348722" y="2133148"/>
            <a:ext cx="1257300" cy="914400"/>
          </a:xfrm>
          <a:custGeom>
            <a:avLst/>
            <a:gdLst/>
            <a:ahLst/>
            <a:cxnLst/>
            <a:rect l="0" t="0" r="0" b="0"/>
            <a:pathLst>
              <a:path w="1257300" h="914400">
                <a:moveTo>
                  <a:pt x="0" y="0"/>
                </a:moveTo>
                <a:lnTo>
                  <a:pt x="1257300" y="0"/>
                </a:lnTo>
                <a:moveTo>
                  <a:pt x="1257300" y="914400"/>
                </a:moveTo>
                <a:lnTo>
                  <a:pt x="0" y="914400"/>
                </a:lnTo>
              </a:path>
            </a:pathLst>
          </a:custGeom>
          <a:noFill/>
          <a:ln w="14287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6B1A03-0B38-E543-B1FB-A6E4E5D9CCF7}"/>
              </a:ext>
            </a:extLst>
          </p:cNvPr>
          <p:cNvSpPr/>
          <p:nvPr/>
        </p:nvSpPr>
        <p:spPr>
          <a:xfrm>
            <a:off x="6177272" y="2133148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171450" y="0"/>
                </a:moveTo>
                <a:lnTo>
                  <a:pt x="152400" y="0"/>
                </a:lnTo>
                <a:cubicBezTo>
                  <a:pt x="68231" y="0"/>
                  <a:pt x="0" y="68231"/>
                  <a:pt x="0" y="152400"/>
                </a:cubicBezTo>
                <a:moveTo>
                  <a:pt x="171450" y="914400"/>
                </a:moveTo>
                <a:lnTo>
                  <a:pt x="152400" y="914400"/>
                </a:lnTo>
                <a:cubicBezTo>
                  <a:pt x="68231" y="914400"/>
                  <a:pt x="0" y="846168"/>
                  <a:pt x="0" y="762000"/>
                </a:cubicBezTo>
                <a:moveTo>
                  <a:pt x="0" y="762000"/>
                </a:moveTo>
                <a:lnTo>
                  <a:pt x="0" y="152400"/>
                </a:lnTo>
              </a:path>
            </a:pathLst>
          </a:custGeom>
          <a:noFill/>
          <a:ln w="14287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4DDEF3-EBA3-1F71-86A6-F818A664A335}"/>
              </a:ext>
            </a:extLst>
          </p:cNvPr>
          <p:cNvSpPr/>
          <p:nvPr/>
        </p:nvSpPr>
        <p:spPr>
          <a:xfrm>
            <a:off x="7606022" y="2133148"/>
            <a:ext cx="171450" cy="914400"/>
          </a:xfrm>
          <a:custGeom>
            <a:avLst/>
            <a:gdLst/>
            <a:ahLst/>
            <a:cxnLst/>
            <a:rect l="0" t="0" r="0" b="0"/>
            <a:pathLst>
              <a:path w="171450" h="914400">
                <a:moveTo>
                  <a:pt x="0" y="0"/>
                </a:moveTo>
                <a:lnTo>
                  <a:pt x="19050" y="0"/>
                </a:lnTo>
                <a:cubicBezTo>
                  <a:pt x="103218" y="0"/>
                  <a:pt x="171450" y="68231"/>
                  <a:pt x="171450" y="152400"/>
                </a:cubicBezTo>
                <a:moveTo>
                  <a:pt x="0" y="914400"/>
                </a:moveTo>
                <a:lnTo>
                  <a:pt x="19050" y="914400"/>
                </a:lnTo>
                <a:cubicBezTo>
                  <a:pt x="103218" y="914400"/>
                  <a:pt x="171450" y="846168"/>
                  <a:pt x="171450" y="762000"/>
                </a:cubicBezTo>
                <a:moveTo>
                  <a:pt x="171450" y="762000"/>
                </a:moveTo>
                <a:lnTo>
                  <a:pt x="171450" y="152400"/>
                </a:lnTo>
              </a:path>
            </a:pathLst>
          </a:custGeom>
          <a:noFill/>
          <a:ln w="14287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B2296F7-4547-F764-A99F-7486F2B14409}"/>
              </a:ext>
            </a:extLst>
          </p:cNvPr>
          <p:cNvSpPr/>
          <p:nvPr/>
        </p:nvSpPr>
        <p:spPr>
          <a:xfrm>
            <a:off x="3205472" y="2818948"/>
            <a:ext cx="2209800" cy="1314450"/>
          </a:xfrm>
          <a:custGeom>
            <a:avLst/>
            <a:gdLst/>
            <a:ahLst/>
            <a:cxnLst/>
            <a:rect l="0" t="0" r="0" b="0"/>
            <a:pathLst>
              <a:path w="2209800" h="1314450">
                <a:moveTo>
                  <a:pt x="2209800" y="342900"/>
                </a:moveTo>
                <a:lnTo>
                  <a:pt x="2209800" y="1143000"/>
                </a:lnTo>
                <a:moveTo>
                  <a:pt x="0" y="1143000"/>
                </a:moveTo>
                <a:lnTo>
                  <a:pt x="0" y="342900"/>
                </a:lnTo>
                <a:moveTo>
                  <a:pt x="2209800" y="1143000"/>
                </a:moveTo>
                <a:lnTo>
                  <a:pt x="2209800" y="1162050"/>
                </a:lnTo>
                <a:cubicBezTo>
                  <a:pt x="2209800" y="1246218"/>
                  <a:pt x="2141568" y="1314450"/>
                  <a:pt x="2057400" y="1314450"/>
                </a:cubicBezTo>
                <a:lnTo>
                  <a:pt x="152400" y="1314450"/>
                </a:lnTo>
                <a:cubicBezTo>
                  <a:pt x="68231" y="1314450"/>
                  <a:pt x="0" y="1246218"/>
                  <a:pt x="0" y="1162050"/>
                </a:cubicBezTo>
                <a:lnTo>
                  <a:pt x="0" y="1143000"/>
                </a:lnTo>
                <a:moveTo>
                  <a:pt x="0" y="342900"/>
                </a:moveTo>
                <a:lnTo>
                  <a:pt x="0" y="152400"/>
                </a:lnTo>
                <a:cubicBezTo>
                  <a:pt x="0" y="68231"/>
                  <a:pt x="68231" y="0"/>
                  <a:pt x="152400" y="0"/>
                </a:cubicBezTo>
                <a:lnTo>
                  <a:pt x="304800" y="0"/>
                </a:lnTo>
                <a:moveTo>
                  <a:pt x="2209800" y="342900"/>
                </a:moveTo>
                <a:lnTo>
                  <a:pt x="2209800" y="152400"/>
                </a:lnTo>
                <a:cubicBezTo>
                  <a:pt x="2209800" y="68231"/>
                  <a:pt x="2141568" y="0"/>
                  <a:pt x="2057400" y="0"/>
                </a:cubicBezTo>
                <a:lnTo>
                  <a:pt x="1905000" y="0"/>
                </a:lnTo>
              </a:path>
            </a:pathLst>
          </a:custGeom>
          <a:noFill/>
          <a:ln w="14287">
            <a:solidFill>
              <a:srgbClr val="4F91F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121346B-47CF-9D9C-84FB-726DA00711C1}"/>
              </a:ext>
            </a:extLst>
          </p:cNvPr>
          <p:cNvSpPr/>
          <p:nvPr/>
        </p:nvSpPr>
        <p:spPr>
          <a:xfrm>
            <a:off x="5872472" y="2818948"/>
            <a:ext cx="2209800" cy="1314450"/>
          </a:xfrm>
          <a:custGeom>
            <a:avLst/>
            <a:gdLst/>
            <a:ahLst/>
            <a:cxnLst/>
            <a:rect l="0" t="0" r="0" b="0"/>
            <a:pathLst>
              <a:path w="2209800" h="1314450">
                <a:moveTo>
                  <a:pt x="2209800" y="342900"/>
                </a:moveTo>
                <a:lnTo>
                  <a:pt x="2209800" y="1143000"/>
                </a:lnTo>
                <a:moveTo>
                  <a:pt x="0" y="1143000"/>
                </a:moveTo>
                <a:lnTo>
                  <a:pt x="0" y="342900"/>
                </a:lnTo>
                <a:moveTo>
                  <a:pt x="2209800" y="1143000"/>
                </a:moveTo>
                <a:lnTo>
                  <a:pt x="2209800" y="1162050"/>
                </a:lnTo>
                <a:cubicBezTo>
                  <a:pt x="2209800" y="1246218"/>
                  <a:pt x="2141568" y="1314450"/>
                  <a:pt x="2057400" y="1314450"/>
                </a:cubicBezTo>
                <a:lnTo>
                  <a:pt x="152400" y="1314450"/>
                </a:lnTo>
                <a:cubicBezTo>
                  <a:pt x="68231" y="1314450"/>
                  <a:pt x="0" y="1246218"/>
                  <a:pt x="0" y="1162050"/>
                </a:cubicBezTo>
                <a:lnTo>
                  <a:pt x="0" y="1143000"/>
                </a:lnTo>
                <a:moveTo>
                  <a:pt x="0" y="342900"/>
                </a:moveTo>
                <a:lnTo>
                  <a:pt x="0" y="152400"/>
                </a:lnTo>
                <a:cubicBezTo>
                  <a:pt x="0" y="68231"/>
                  <a:pt x="68231" y="0"/>
                  <a:pt x="152400" y="0"/>
                </a:cubicBezTo>
                <a:lnTo>
                  <a:pt x="304800" y="0"/>
                </a:lnTo>
                <a:moveTo>
                  <a:pt x="2209800" y="342900"/>
                </a:moveTo>
                <a:lnTo>
                  <a:pt x="2209800" y="152400"/>
                </a:lnTo>
                <a:cubicBezTo>
                  <a:pt x="2209800" y="68231"/>
                  <a:pt x="2141568" y="0"/>
                  <a:pt x="2057400" y="0"/>
                </a:cubicBezTo>
                <a:lnTo>
                  <a:pt x="1905000" y="0"/>
                </a:lnTo>
              </a:path>
            </a:pathLst>
          </a:custGeom>
          <a:noFill/>
          <a:ln w="14287">
            <a:solidFill>
              <a:srgbClr val="43DD9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0" name="Group 11">
            <a:extLst>
              <a:ext uri="{FF2B5EF4-FFF2-40B4-BE49-F238E27FC236}">
                <a16:creationId xmlns:a16="http://schemas.microsoft.com/office/drawing/2014/main" id="{96A47C3C-893E-3464-ECC0-F450CAED0BF0}"/>
              </a:ext>
            </a:extLst>
          </p:cNvPr>
          <p:cNvGrpSpPr/>
          <p:nvPr/>
        </p:nvGrpSpPr>
        <p:grpSpPr>
          <a:xfrm>
            <a:off x="6915459" y="4142923"/>
            <a:ext cx="123825" cy="385762"/>
            <a:chOff x="4167187" y="3267075"/>
            <a:chExt cx="123825" cy="385762"/>
          </a:xfrm>
        </p:grpSpPr>
        <p:sp>
          <p:nvSpPr>
            <p:cNvPr id="11" name="Rounded Rectangle 9">
              <a:extLst>
                <a:ext uri="{FF2B5EF4-FFF2-40B4-BE49-F238E27FC236}">
                  <a16:creationId xmlns:a16="http://schemas.microsoft.com/office/drawing/2014/main" id="{E055667A-730D-5F4F-B601-DF3D33FA012A}"/>
                </a:ext>
              </a:extLst>
            </p:cNvPr>
            <p:cNvSpPr/>
            <p:nvPr/>
          </p:nvSpPr>
          <p:spPr>
            <a:xfrm>
              <a:off x="4229100" y="3267075"/>
              <a:ext cx="9525" cy="381000"/>
            </a:xfrm>
            <a:custGeom>
              <a:avLst/>
              <a:gdLst/>
              <a:ahLst/>
              <a:cxnLst/>
              <a:rect l="0" t="0" r="0" b="0"/>
              <a:pathLst>
                <a:path w="9525"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10">
              <a:extLst>
                <a:ext uri="{FF2B5EF4-FFF2-40B4-BE49-F238E27FC236}">
                  <a16:creationId xmlns:a16="http://schemas.microsoft.com/office/drawing/2014/main" id="{0D26C452-CA98-81BE-8EDE-2498ADE8DACC}"/>
                </a:ext>
              </a:extLst>
            </p:cNvPr>
            <p:cNvSpPr/>
            <p:nvPr/>
          </p:nvSpPr>
          <p:spPr>
            <a:xfrm>
              <a:off x="4167187" y="3590925"/>
              <a:ext cx="123825" cy="61912"/>
            </a:xfrm>
            <a:custGeom>
              <a:avLst/>
              <a:gdLst/>
              <a:ahLst/>
              <a:cxnLst/>
              <a:rect l="0" t="0" r="0" b="0"/>
              <a:pathLst>
                <a:path w="123825" h="61912">
                  <a:moveTo>
                    <a:pt x="0" y="0"/>
                  </a:moveTo>
                  <a:lnTo>
                    <a:pt x="61912" y="61912"/>
                  </a:ln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3" name="Group 14">
            <a:extLst>
              <a:ext uri="{FF2B5EF4-FFF2-40B4-BE49-F238E27FC236}">
                <a16:creationId xmlns:a16="http://schemas.microsoft.com/office/drawing/2014/main" id="{0C2A6B29-4A68-99F9-5093-4C71202676BC}"/>
              </a:ext>
            </a:extLst>
          </p:cNvPr>
          <p:cNvGrpSpPr/>
          <p:nvPr/>
        </p:nvGrpSpPr>
        <p:grpSpPr>
          <a:xfrm>
            <a:off x="5424797" y="3499985"/>
            <a:ext cx="385762" cy="123825"/>
            <a:chOff x="2676525" y="2624137"/>
            <a:chExt cx="385762" cy="123825"/>
          </a:xfrm>
        </p:grpSpPr>
        <p:sp>
          <p:nvSpPr>
            <p:cNvPr id="44" name="Rounded Rectangle 12">
              <a:extLst>
                <a:ext uri="{FF2B5EF4-FFF2-40B4-BE49-F238E27FC236}">
                  <a16:creationId xmlns:a16="http://schemas.microsoft.com/office/drawing/2014/main" id="{3499235F-4D11-FF1F-A106-53BBA236A8D6}"/>
                </a:ext>
              </a:extLst>
            </p:cNvPr>
            <p:cNvSpPr/>
            <p:nvPr/>
          </p:nvSpPr>
          <p:spPr>
            <a:xfrm>
              <a:off x="2676525" y="2686050"/>
              <a:ext cx="381000" cy="9525"/>
            </a:xfrm>
            <a:custGeom>
              <a:avLst/>
              <a:gdLst/>
              <a:ahLst/>
              <a:cxnLst/>
              <a:rect l="0" t="0" r="0" b="0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13">
              <a:extLst>
                <a:ext uri="{FF2B5EF4-FFF2-40B4-BE49-F238E27FC236}">
                  <a16:creationId xmlns:a16="http://schemas.microsoft.com/office/drawing/2014/main" id="{184F314E-5F8D-E65A-1E07-051058027623}"/>
                </a:ext>
              </a:extLst>
            </p:cNvPr>
            <p:cNvSpPr/>
            <p:nvPr/>
          </p:nvSpPr>
          <p:spPr>
            <a:xfrm>
              <a:off x="3000375" y="262413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6" name="Rounded Rectangle 15">
            <a:extLst>
              <a:ext uri="{FF2B5EF4-FFF2-40B4-BE49-F238E27FC236}">
                <a16:creationId xmlns:a16="http://schemas.microsoft.com/office/drawing/2014/main" id="{A12C4A60-30DF-852E-5BF6-457534979C1B}"/>
              </a:ext>
            </a:extLst>
          </p:cNvPr>
          <p:cNvSpPr/>
          <p:nvPr/>
        </p:nvSpPr>
        <p:spPr>
          <a:xfrm>
            <a:off x="3681722" y="4590598"/>
            <a:ext cx="1257300" cy="685800"/>
          </a:xfrm>
          <a:custGeom>
            <a:avLst/>
            <a:gdLst/>
            <a:ahLst/>
            <a:cxnLst/>
            <a:rect l="0" t="0" r="0" b="0"/>
            <a:pathLst>
              <a:path w="1257300" h="685800">
                <a:moveTo>
                  <a:pt x="0" y="0"/>
                </a:moveTo>
                <a:lnTo>
                  <a:pt x="1257300" y="0"/>
                </a:lnTo>
                <a:moveTo>
                  <a:pt x="1257300" y="685800"/>
                </a:moveTo>
                <a:lnTo>
                  <a:pt x="0" y="685800"/>
                </a:lnTo>
              </a:path>
            </a:pathLst>
          </a:custGeom>
          <a:noFill/>
          <a:ln w="14287">
            <a:solidFill>
              <a:srgbClr val="A6DA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6">
            <a:extLst>
              <a:ext uri="{FF2B5EF4-FFF2-40B4-BE49-F238E27FC236}">
                <a16:creationId xmlns:a16="http://schemas.microsoft.com/office/drawing/2014/main" id="{2C1E8824-8C09-7AAD-A5D6-609AB73C188C}"/>
              </a:ext>
            </a:extLst>
          </p:cNvPr>
          <p:cNvSpPr/>
          <p:nvPr/>
        </p:nvSpPr>
        <p:spPr>
          <a:xfrm>
            <a:off x="3510272" y="4590598"/>
            <a:ext cx="171450" cy="685800"/>
          </a:xfrm>
          <a:custGeom>
            <a:avLst/>
            <a:gdLst/>
            <a:ahLst/>
            <a:cxnLst/>
            <a:rect l="0" t="0" r="0" b="0"/>
            <a:pathLst>
              <a:path w="171450" h="685800">
                <a:moveTo>
                  <a:pt x="171450" y="0"/>
                </a:moveTo>
                <a:lnTo>
                  <a:pt x="152400" y="0"/>
                </a:lnTo>
                <a:cubicBezTo>
                  <a:pt x="68231" y="0"/>
                  <a:pt x="0" y="68231"/>
                  <a:pt x="0" y="152400"/>
                </a:cubicBezTo>
                <a:moveTo>
                  <a:pt x="171450" y="685800"/>
                </a:moveTo>
                <a:lnTo>
                  <a:pt x="152400" y="685800"/>
                </a:lnTo>
                <a:cubicBezTo>
                  <a:pt x="68231" y="685800"/>
                  <a:pt x="0" y="617568"/>
                  <a:pt x="0" y="533400"/>
                </a:cubicBezTo>
                <a:moveTo>
                  <a:pt x="0" y="533400"/>
                </a:moveTo>
                <a:lnTo>
                  <a:pt x="0" y="152400"/>
                </a:lnTo>
              </a:path>
            </a:pathLst>
          </a:custGeom>
          <a:noFill/>
          <a:ln w="14287">
            <a:solidFill>
              <a:srgbClr val="A6DA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17">
            <a:extLst>
              <a:ext uri="{FF2B5EF4-FFF2-40B4-BE49-F238E27FC236}">
                <a16:creationId xmlns:a16="http://schemas.microsoft.com/office/drawing/2014/main" id="{6CB085EA-28AB-38BE-9C63-8D5E98873D29}"/>
              </a:ext>
            </a:extLst>
          </p:cNvPr>
          <p:cNvSpPr/>
          <p:nvPr/>
        </p:nvSpPr>
        <p:spPr>
          <a:xfrm>
            <a:off x="4939022" y="4590598"/>
            <a:ext cx="171450" cy="685800"/>
          </a:xfrm>
          <a:custGeom>
            <a:avLst/>
            <a:gdLst/>
            <a:ahLst/>
            <a:cxnLst/>
            <a:rect l="0" t="0" r="0" b="0"/>
            <a:pathLst>
              <a:path w="171450" h="685800">
                <a:moveTo>
                  <a:pt x="0" y="0"/>
                </a:moveTo>
                <a:lnTo>
                  <a:pt x="19050" y="0"/>
                </a:lnTo>
                <a:cubicBezTo>
                  <a:pt x="103218" y="0"/>
                  <a:pt x="171450" y="68231"/>
                  <a:pt x="171450" y="152400"/>
                </a:cubicBezTo>
                <a:moveTo>
                  <a:pt x="0" y="685800"/>
                </a:moveTo>
                <a:lnTo>
                  <a:pt x="19050" y="685800"/>
                </a:lnTo>
                <a:cubicBezTo>
                  <a:pt x="103218" y="685800"/>
                  <a:pt x="171450" y="617568"/>
                  <a:pt x="171450" y="533400"/>
                </a:cubicBezTo>
                <a:moveTo>
                  <a:pt x="171450" y="533400"/>
                </a:moveTo>
                <a:lnTo>
                  <a:pt x="171450" y="152400"/>
                </a:lnTo>
              </a:path>
            </a:pathLst>
          </a:custGeom>
          <a:noFill/>
          <a:ln w="14287">
            <a:solidFill>
              <a:srgbClr val="A6DA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18">
            <a:extLst>
              <a:ext uri="{FF2B5EF4-FFF2-40B4-BE49-F238E27FC236}">
                <a16:creationId xmlns:a16="http://schemas.microsoft.com/office/drawing/2014/main" id="{5DEC50CD-2FF9-D472-0D28-349E6E399D57}"/>
              </a:ext>
            </a:extLst>
          </p:cNvPr>
          <p:cNvSpPr/>
          <p:nvPr/>
        </p:nvSpPr>
        <p:spPr>
          <a:xfrm>
            <a:off x="6348722" y="4590598"/>
            <a:ext cx="1257300" cy="685800"/>
          </a:xfrm>
          <a:custGeom>
            <a:avLst/>
            <a:gdLst/>
            <a:ahLst/>
            <a:cxnLst/>
            <a:rect l="0" t="0" r="0" b="0"/>
            <a:pathLst>
              <a:path w="1257300" h="685800">
                <a:moveTo>
                  <a:pt x="0" y="0"/>
                </a:moveTo>
                <a:lnTo>
                  <a:pt x="1257300" y="0"/>
                </a:lnTo>
                <a:moveTo>
                  <a:pt x="1257300" y="685800"/>
                </a:moveTo>
                <a:lnTo>
                  <a:pt x="0" y="685800"/>
                </a:lnTo>
              </a:path>
            </a:pathLst>
          </a:custGeom>
          <a:noFill/>
          <a:ln w="14287">
            <a:solidFill>
              <a:srgbClr val="FB676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19">
            <a:extLst>
              <a:ext uri="{FF2B5EF4-FFF2-40B4-BE49-F238E27FC236}">
                <a16:creationId xmlns:a16="http://schemas.microsoft.com/office/drawing/2014/main" id="{5C400C3D-A9ED-8252-3547-EA2189072062}"/>
              </a:ext>
            </a:extLst>
          </p:cNvPr>
          <p:cNvSpPr/>
          <p:nvPr/>
        </p:nvSpPr>
        <p:spPr>
          <a:xfrm>
            <a:off x="6177272" y="4590598"/>
            <a:ext cx="171450" cy="685800"/>
          </a:xfrm>
          <a:custGeom>
            <a:avLst/>
            <a:gdLst/>
            <a:ahLst/>
            <a:cxnLst/>
            <a:rect l="0" t="0" r="0" b="0"/>
            <a:pathLst>
              <a:path w="171450" h="685800">
                <a:moveTo>
                  <a:pt x="171450" y="0"/>
                </a:moveTo>
                <a:lnTo>
                  <a:pt x="152400" y="0"/>
                </a:lnTo>
                <a:cubicBezTo>
                  <a:pt x="68231" y="0"/>
                  <a:pt x="0" y="68231"/>
                  <a:pt x="0" y="152400"/>
                </a:cubicBezTo>
                <a:moveTo>
                  <a:pt x="171450" y="685800"/>
                </a:moveTo>
                <a:lnTo>
                  <a:pt x="152400" y="685800"/>
                </a:lnTo>
                <a:cubicBezTo>
                  <a:pt x="68231" y="685800"/>
                  <a:pt x="0" y="617568"/>
                  <a:pt x="0" y="533400"/>
                </a:cubicBezTo>
                <a:moveTo>
                  <a:pt x="0" y="533400"/>
                </a:moveTo>
                <a:lnTo>
                  <a:pt x="0" y="152400"/>
                </a:lnTo>
              </a:path>
            </a:pathLst>
          </a:custGeom>
          <a:noFill/>
          <a:ln w="14287">
            <a:solidFill>
              <a:srgbClr val="FB676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20">
            <a:extLst>
              <a:ext uri="{FF2B5EF4-FFF2-40B4-BE49-F238E27FC236}">
                <a16:creationId xmlns:a16="http://schemas.microsoft.com/office/drawing/2014/main" id="{7EC4E775-DA39-10B1-CAB0-4C5A1965D153}"/>
              </a:ext>
            </a:extLst>
          </p:cNvPr>
          <p:cNvSpPr/>
          <p:nvPr/>
        </p:nvSpPr>
        <p:spPr>
          <a:xfrm>
            <a:off x="7606022" y="4590598"/>
            <a:ext cx="171450" cy="685800"/>
          </a:xfrm>
          <a:custGeom>
            <a:avLst/>
            <a:gdLst/>
            <a:ahLst/>
            <a:cxnLst/>
            <a:rect l="0" t="0" r="0" b="0"/>
            <a:pathLst>
              <a:path w="171450" h="685800">
                <a:moveTo>
                  <a:pt x="0" y="0"/>
                </a:moveTo>
                <a:lnTo>
                  <a:pt x="19050" y="0"/>
                </a:lnTo>
                <a:cubicBezTo>
                  <a:pt x="103218" y="0"/>
                  <a:pt x="171450" y="68231"/>
                  <a:pt x="171450" y="152400"/>
                </a:cubicBezTo>
                <a:moveTo>
                  <a:pt x="0" y="685800"/>
                </a:moveTo>
                <a:lnTo>
                  <a:pt x="19050" y="685800"/>
                </a:lnTo>
                <a:cubicBezTo>
                  <a:pt x="103218" y="685800"/>
                  <a:pt x="171450" y="617568"/>
                  <a:pt x="171450" y="533400"/>
                </a:cubicBezTo>
                <a:moveTo>
                  <a:pt x="171450" y="533400"/>
                </a:moveTo>
                <a:lnTo>
                  <a:pt x="171450" y="152400"/>
                </a:lnTo>
              </a:path>
            </a:pathLst>
          </a:custGeom>
          <a:noFill/>
          <a:ln w="14287">
            <a:solidFill>
              <a:srgbClr val="FB676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21">
            <a:extLst>
              <a:ext uri="{FF2B5EF4-FFF2-40B4-BE49-F238E27FC236}">
                <a16:creationId xmlns:a16="http://schemas.microsoft.com/office/drawing/2014/main" id="{7350D21D-D160-2EFC-0D70-51C24DA058A2}"/>
              </a:ext>
            </a:extLst>
          </p:cNvPr>
          <p:cNvSpPr/>
          <p:nvPr/>
        </p:nvSpPr>
        <p:spPr>
          <a:xfrm>
            <a:off x="3205472" y="5047798"/>
            <a:ext cx="2209800" cy="1085850"/>
          </a:xfrm>
          <a:custGeom>
            <a:avLst/>
            <a:gdLst/>
            <a:ahLst/>
            <a:cxnLst/>
            <a:rect l="0" t="0" r="0" b="0"/>
            <a:pathLst>
              <a:path w="2209800" h="1085850">
                <a:moveTo>
                  <a:pt x="2209800" y="342900"/>
                </a:moveTo>
                <a:lnTo>
                  <a:pt x="2209800" y="914400"/>
                </a:lnTo>
                <a:moveTo>
                  <a:pt x="0" y="914400"/>
                </a:moveTo>
                <a:lnTo>
                  <a:pt x="0" y="342900"/>
                </a:lnTo>
                <a:moveTo>
                  <a:pt x="2209800" y="914400"/>
                </a:moveTo>
                <a:lnTo>
                  <a:pt x="2209800" y="933450"/>
                </a:lnTo>
                <a:cubicBezTo>
                  <a:pt x="2209800" y="1017618"/>
                  <a:pt x="2141568" y="1085850"/>
                  <a:pt x="2057400" y="1085850"/>
                </a:cubicBezTo>
                <a:lnTo>
                  <a:pt x="152400" y="1085850"/>
                </a:lnTo>
                <a:cubicBezTo>
                  <a:pt x="68231" y="1085850"/>
                  <a:pt x="0" y="1017618"/>
                  <a:pt x="0" y="933450"/>
                </a:cubicBezTo>
                <a:lnTo>
                  <a:pt x="0" y="914400"/>
                </a:lnTo>
                <a:moveTo>
                  <a:pt x="0" y="342900"/>
                </a:moveTo>
                <a:lnTo>
                  <a:pt x="0" y="152400"/>
                </a:lnTo>
                <a:cubicBezTo>
                  <a:pt x="0" y="68231"/>
                  <a:pt x="68231" y="0"/>
                  <a:pt x="152400" y="0"/>
                </a:cubicBezTo>
                <a:lnTo>
                  <a:pt x="304800" y="0"/>
                </a:lnTo>
                <a:moveTo>
                  <a:pt x="2209800" y="342900"/>
                </a:moveTo>
                <a:lnTo>
                  <a:pt x="2209800" y="152400"/>
                </a:lnTo>
                <a:cubicBezTo>
                  <a:pt x="2209800" y="68231"/>
                  <a:pt x="2141568" y="0"/>
                  <a:pt x="2057400" y="0"/>
                </a:cubicBezTo>
                <a:lnTo>
                  <a:pt x="1905000" y="0"/>
                </a:lnTo>
              </a:path>
            </a:pathLst>
          </a:custGeom>
          <a:noFill/>
          <a:ln w="14287">
            <a:solidFill>
              <a:srgbClr val="A6DA3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2">
            <a:extLst>
              <a:ext uri="{FF2B5EF4-FFF2-40B4-BE49-F238E27FC236}">
                <a16:creationId xmlns:a16="http://schemas.microsoft.com/office/drawing/2014/main" id="{93877D1C-9A40-0EB2-2DB8-7ABE2942D1F6}"/>
              </a:ext>
            </a:extLst>
          </p:cNvPr>
          <p:cNvSpPr/>
          <p:nvPr/>
        </p:nvSpPr>
        <p:spPr>
          <a:xfrm>
            <a:off x="5872472" y="5047798"/>
            <a:ext cx="2209800" cy="1085850"/>
          </a:xfrm>
          <a:custGeom>
            <a:avLst/>
            <a:gdLst/>
            <a:ahLst/>
            <a:cxnLst/>
            <a:rect l="0" t="0" r="0" b="0"/>
            <a:pathLst>
              <a:path w="2209800" h="1085850">
                <a:moveTo>
                  <a:pt x="2209800" y="342900"/>
                </a:moveTo>
                <a:lnTo>
                  <a:pt x="2209800" y="914400"/>
                </a:lnTo>
                <a:moveTo>
                  <a:pt x="0" y="914400"/>
                </a:moveTo>
                <a:lnTo>
                  <a:pt x="0" y="342900"/>
                </a:lnTo>
                <a:moveTo>
                  <a:pt x="2209800" y="914400"/>
                </a:moveTo>
                <a:lnTo>
                  <a:pt x="2209800" y="933450"/>
                </a:lnTo>
                <a:cubicBezTo>
                  <a:pt x="2209800" y="1017618"/>
                  <a:pt x="2141568" y="1085850"/>
                  <a:pt x="2057400" y="1085850"/>
                </a:cubicBezTo>
                <a:lnTo>
                  <a:pt x="152400" y="1085850"/>
                </a:lnTo>
                <a:cubicBezTo>
                  <a:pt x="68231" y="1085850"/>
                  <a:pt x="0" y="1017618"/>
                  <a:pt x="0" y="933450"/>
                </a:cubicBezTo>
                <a:lnTo>
                  <a:pt x="0" y="914400"/>
                </a:lnTo>
                <a:moveTo>
                  <a:pt x="0" y="342900"/>
                </a:moveTo>
                <a:lnTo>
                  <a:pt x="0" y="152400"/>
                </a:lnTo>
                <a:cubicBezTo>
                  <a:pt x="0" y="68231"/>
                  <a:pt x="68231" y="0"/>
                  <a:pt x="152400" y="0"/>
                </a:cubicBezTo>
                <a:lnTo>
                  <a:pt x="304800" y="0"/>
                </a:lnTo>
                <a:moveTo>
                  <a:pt x="2209800" y="342900"/>
                </a:moveTo>
                <a:lnTo>
                  <a:pt x="2209800" y="152400"/>
                </a:lnTo>
                <a:cubicBezTo>
                  <a:pt x="2209800" y="68231"/>
                  <a:pt x="2141568" y="0"/>
                  <a:pt x="2057400" y="0"/>
                </a:cubicBezTo>
                <a:lnTo>
                  <a:pt x="1905000" y="0"/>
                </a:lnTo>
              </a:path>
            </a:pathLst>
          </a:custGeom>
          <a:noFill/>
          <a:ln w="14287">
            <a:solidFill>
              <a:srgbClr val="FB676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4" name="Group 25">
            <a:extLst>
              <a:ext uri="{FF2B5EF4-FFF2-40B4-BE49-F238E27FC236}">
                <a16:creationId xmlns:a16="http://schemas.microsoft.com/office/drawing/2014/main" id="{0D9E894C-FAFB-7E00-E050-71D54EB4C8DB}"/>
              </a:ext>
            </a:extLst>
          </p:cNvPr>
          <p:cNvGrpSpPr/>
          <p:nvPr/>
        </p:nvGrpSpPr>
        <p:grpSpPr>
          <a:xfrm>
            <a:off x="5477184" y="5614535"/>
            <a:ext cx="385763" cy="123825"/>
            <a:chOff x="2728912" y="4738687"/>
            <a:chExt cx="385763" cy="123825"/>
          </a:xfrm>
        </p:grpSpPr>
        <p:sp>
          <p:nvSpPr>
            <p:cNvPr id="55" name="Rounded Rectangle 23">
              <a:extLst>
                <a:ext uri="{FF2B5EF4-FFF2-40B4-BE49-F238E27FC236}">
                  <a16:creationId xmlns:a16="http://schemas.microsoft.com/office/drawing/2014/main" id="{E892797B-ECF1-32E6-3F60-01E727967E0E}"/>
                </a:ext>
              </a:extLst>
            </p:cNvPr>
            <p:cNvSpPr/>
            <p:nvPr/>
          </p:nvSpPr>
          <p:spPr>
            <a:xfrm>
              <a:off x="2733675" y="4800600"/>
              <a:ext cx="381000" cy="9525"/>
            </a:xfrm>
            <a:custGeom>
              <a:avLst/>
              <a:gdLst/>
              <a:ahLst/>
              <a:cxnLst/>
              <a:rect l="0" t="0" r="0" b="0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7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24">
              <a:extLst>
                <a:ext uri="{FF2B5EF4-FFF2-40B4-BE49-F238E27FC236}">
                  <a16:creationId xmlns:a16="http://schemas.microsoft.com/office/drawing/2014/main" id="{16940BD8-031A-B23A-AEF5-5F573FB4C9F2}"/>
                </a:ext>
              </a:extLst>
            </p:cNvPr>
            <p:cNvSpPr/>
            <p:nvPr/>
          </p:nvSpPr>
          <p:spPr>
            <a:xfrm>
              <a:off x="2728912" y="473868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61912" y="0"/>
                  </a:moveTo>
                  <a:lnTo>
                    <a:pt x="0" y="61912"/>
                  </a:lnTo>
                  <a:lnTo>
                    <a:pt x="61912" y="123825"/>
                  </a:lnTo>
                </a:path>
              </a:pathLst>
            </a:custGeom>
            <a:noFill/>
            <a:ln w="14287">
              <a:solidFill>
                <a:srgbClr val="F4F4F4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" name="TextBox 26">
            <a:extLst>
              <a:ext uri="{FF2B5EF4-FFF2-40B4-BE49-F238E27FC236}">
                <a16:creationId xmlns:a16="http://schemas.microsoft.com/office/drawing/2014/main" id="{3F8D1A8C-C6F1-1D12-FD52-00A8EAEE379B}"/>
              </a:ext>
            </a:extLst>
          </p:cNvPr>
          <p:cNvSpPr txBox="1"/>
          <p:nvPr/>
        </p:nvSpPr>
        <p:spPr>
          <a:xfrm>
            <a:off x="3694009" y="4723948"/>
            <a:ext cx="1232773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A6DA37"/>
                </a:solidFill>
                <a:latin typeface="Roboto"/>
              </a:rPr>
              <a:t>Recibo Simple
de Pago</a:t>
            </a:r>
          </a:p>
        </p:txBody>
      </p:sp>
      <p:sp>
        <p:nvSpPr>
          <p:cNvPr id="58" name="TextBox 27">
            <a:extLst>
              <a:ext uri="{FF2B5EF4-FFF2-40B4-BE49-F238E27FC236}">
                <a16:creationId xmlns:a16="http://schemas.microsoft.com/office/drawing/2014/main" id="{61810B50-7D2B-153A-B1D9-8982FA2F9C02}"/>
              </a:ext>
            </a:extLst>
          </p:cNvPr>
          <p:cNvSpPr txBox="1"/>
          <p:nvPr/>
        </p:nvSpPr>
        <p:spPr>
          <a:xfrm>
            <a:off x="5881997" y="3270969"/>
            <a:ext cx="2209800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100" b="0" dirty="0">
                <a:solidFill>
                  <a:srgbClr val="43DD93"/>
                </a:solidFill>
                <a:latin typeface="Roboto"/>
              </a:rPr>
              <a:t>Mejorar el </a:t>
            </a:r>
            <a:r>
              <a:rPr lang="es-CO" sz="1100" b="0" dirty="0" err="1">
                <a:solidFill>
                  <a:srgbClr val="43DD93"/>
                </a:solidFill>
                <a:latin typeface="Roboto"/>
              </a:rPr>
              <a:t>deplzamiento</a:t>
            </a:r>
            <a:r>
              <a:rPr lang="es-CO" sz="1100" b="0" dirty="0">
                <a:solidFill>
                  <a:srgbClr val="43DD93"/>
                </a:solidFill>
                <a:latin typeface="Roboto"/>
              </a:rPr>
              <a:t> del usuario cliente y sus respectivos pedidos</a:t>
            </a:r>
            <a:endParaRPr sz="1100" b="0" dirty="0">
              <a:solidFill>
                <a:srgbClr val="43DD93"/>
              </a:solidFill>
              <a:latin typeface="Roboto"/>
            </a:endParaRPr>
          </a:p>
        </p:txBody>
      </p:sp>
      <p:sp>
        <p:nvSpPr>
          <p:cNvPr id="59" name="TextBox 28">
            <a:extLst>
              <a:ext uri="{FF2B5EF4-FFF2-40B4-BE49-F238E27FC236}">
                <a16:creationId xmlns:a16="http://schemas.microsoft.com/office/drawing/2014/main" id="{941CF5FA-6F33-5E82-717B-CFFBBDF0ABAB}"/>
              </a:ext>
            </a:extLst>
          </p:cNvPr>
          <p:cNvSpPr txBox="1"/>
          <p:nvPr/>
        </p:nvSpPr>
        <p:spPr>
          <a:xfrm>
            <a:off x="3477125" y="3286625"/>
            <a:ext cx="1666522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4F91FC"/>
                </a:solidFill>
                <a:latin typeface="Roboto"/>
              </a:rPr>
              <a:t>Iniciar el proceso de pago
automatizado</a:t>
            </a:r>
          </a:p>
        </p:txBody>
      </p:sp>
      <p:sp>
        <p:nvSpPr>
          <p:cNvPr id="60" name="TextBox 29">
            <a:extLst>
              <a:ext uri="{FF2B5EF4-FFF2-40B4-BE49-F238E27FC236}">
                <a16:creationId xmlns:a16="http://schemas.microsoft.com/office/drawing/2014/main" id="{8FF786CF-1B0E-1F75-5881-9540FA97FFC2}"/>
              </a:ext>
            </a:extLst>
          </p:cNvPr>
          <p:cNvSpPr txBox="1"/>
          <p:nvPr/>
        </p:nvSpPr>
        <p:spPr>
          <a:xfrm>
            <a:off x="5985048" y="4721715"/>
            <a:ext cx="2003698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500" dirty="0">
                <a:solidFill>
                  <a:srgbClr val="FB6762"/>
                </a:solidFill>
                <a:latin typeface="Roboto"/>
              </a:rPr>
              <a:t>Agregar cambios de Estado </a:t>
            </a:r>
            <a:endParaRPr sz="1500" b="0" dirty="0">
              <a:solidFill>
                <a:srgbClr val="FB6762"/>
              </a:solidFill>
              <a:latin typeface="Roboto"/>
            </a:endParaRPr>
          </a:p>
        </p:txBody>
      </p:sp>
      <p:sp>
        <p:nvSpPr>
          <p:cNvPr id="61" name="TextBox 30">
            <a:extLst>
              <a:ext uri="{FF2B5EF4-FFF2-40B4-BE49-F238E27FC236}">
                <a16:creationId xmlns:a16="http://schemas.microsoft.com/office/drawing/2014/main" id="{E4293A09-9E65-6A27-03AF-6A25CAA0446F}"/>
              </a:ext>
            </a:extLst>
          </p:cNvPr>
          <p:cNvSpPr txBox="1"/>
          <p:nvPr/>
        </p:nvSpPr>
        <p:spPr>
          <a:xfrm>
            <a:off x="6074881" y="2266498"/>
            <a:ext cx="1700704" cy="461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500" dirty="0">
                <a:solidFill>
                  <a:srgbClr val="43DD93"/>
                </a:solidFill>
                <a:latin typeface="Roboto"/>
              </a:rPr>
              <a:t>Cambios en el </a:t>
            </a:r>
            <a:r>
              <a:rPr lang="es-CO" sz="1500" dirty="0" err="1">
                <a:solidFill>
                  <a:srgbClr val="43DD93"/>
                </a:solidFill>
                <a:latin typeface="Roboto"/>
              </a:rPr>
              <a:t>Backend</a:t>
            </a:r>
            <a:endParaRPr sz="1500" b="0" dirty="0">
              <a:solidFill>
                <a:srgbClr val="43DD93"/>
              </a:solidFill>
              <a:latin typeface="Roboto"/>
            </a:endParaRPr>
          </a:p>
        </p:txBody>
      </p:sp>
      <p:sp>
        <p:nvSpPr>
          <p:cNvPr id="62" name="TextBox 31">
            <a:extLst>
              <a:ext uri="{FF2B5EF4-FFF2-40B4-BE49-F238E27FC236}">
                <a16:creationId xmlns:a16="http://schemas.microsoft.com/office/drawing/2014/main" id="{CF1BA271-B5CC-C971-DBB7-8610CD29D44E}"/>
              </a:ext>
            </a:extLst>
          </p:cNvPr>
          <p:cNvSpPr txBox="1"/>
          <p:nvPr/>
        </p:nvSpPr>
        <p:spPr>
          <a:xfrm>
            <a:off x="3619333" y="2380798"/>
            <a:ext cx="1382077" cy="5600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4F91FC"/>
                </a:solidFill>
                <a:latin typeface="Roboto"/>
              </a:rPr>
              <a:t>Automatización
de Pago</a:t>
            </a:r>
          </a:p>
        </p:txBody>
      </p:sp>
      <p:sp>
        <p:nvSpPr>
          <p:cNvPr id="64" name="TextBox 33">
            <a:extLst>
              <a:ext uri="{FF2B5EF4-FFF2-40B4-BE49-F238E27FC236}">
                <a16:creationId xmlns:a16="http://schemas.microsoft.com/office/drawing/2014/main" id="{03003717-C5D3-3687-DD29-E41AB7F171BC}"/>
              </a:ext>
            </a:extLst>
          </p:cNvPr>
          <p:cNvSpPr txBox="1"/>
          <p:nvPr/>
        </p:nvSpPr>
        <p:spPr>
          <a:xfrm>
            <a:off x="6241556" y="5515475"/>
            <a:ext cx="1471558" cy="1692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FB6762"/>
                </a:solidFill>
                <a:latin typeface="Roboto"/>
              </a:rPr>
              <a:t>Cancela</a:t>
            </a:r>
            <a:r>
              <a:rPr lang="es-CO" sz="1100" b="0" dirty="0" err="1">
                <a:solidFill>
                  <a:srgbClr val="FB6762"/>
                </a:solidFill>
                <a:latin typeface="Roboto"/>
              </a:rPr>
              <a:t>ción</a:t>
            </a:r>
            <a:r>
              <a:rPr lang="es-CO" sz="1100" b="0" dirty="0">
                <a:solidFill>
                  <a:srgbClr val="FB6762"/>
                </a:solidFill>
                <a:latin typeface="Roboto"/>
              </a:rPr>
              <a:t> del Pedido</a:t>
            </a:r>
            <a:endParaRPr sz="1100" b="0" dirty="0">
              <a:solidFill>
                <a:srgbClr val="FB6762"/>
              </a:solidFill>
              <a:latin typeface="Roboto"/>
            </a:endParaRPr>
          </a:p>
        </p:txBody>
      </p:sp>
      <p:sp>
        <p:nvSpPr>
          <p:cNvPr id="65" name="TextBox 34">
            <a:extLst>
              <a:ext uri="{FF2B5EF4-FFF2-40B4-BE49-F238E27FC236}">
                <a16:creationId xmlns:a16="http://schemas.microsoft.com/office/drawing/2014/main" id="{13A9BEF0-1279-6F5C-26C3-5A279C810E3D}"/>
              </a:ext>
            </a:extLst>
          </p:cNvPr>
          <p:cNvSpPr txBox="1"/>
          <p:nvPr/>
        </p:nvSpPr>
        <p:spPr>
          <a:xfrm>
            <a:off x="3464456" y="5515475"/>
            <a:ext cx="1691754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dirty="0" err="1">
                <a:solidFill>
                  <a:srgbClr val="A6DA37"/>
                </a:solidFill>
                <a:latin typeface="Roboto"/>
              </a:rPr>
              <a:t>Generar</a:t>
            </a:r>
            <a:r>
              <a:rPr sz="1100" b="0" dirty="0">
                <a:solidFill>
                  <a:srgbClr val="A6DA37"/>
                </a:solidFill>
                <a:latin typeface="Roboto"/>
              </a:rPr>
              <a:t> un </a:t>
            </a:r>
            <a:r>
              <a:rPr sz="1100" b="0" dirty="0" err="1">
                <a:solidFill>
                  <a:srgbClr val="A6DA37"/>
                </a:solidFill>
                <a:latin typeface="Roboto"/>
              </a:rPr>
              <a:t>recibo</a:t>
            </a:r>
            <a:r>
              <a:rPr sz="1100" b="0" dirty="0">
                <a:solidFill>
                  <a:srgbClr val="A6DA37"/>
                </a:solidFill>
                <a:latin typeface="Roboto"/>
              </a:rPr>
              <a:t> de </a:t>
            </a:r>
            <a:r>
              <a:rPr sz="1100" b="0" dirty="0" err="1">
                <a:solidFill>
                  <a:srgbClr val="A6DA37"/>
                </a:solidFill>
                <a:latin typeface="Roboto"/>
              </a:rPr>
              <a:t>pago</a:t>
            </a:r>
            <a:r>
              <a:rPr sz="1100" b="0" dirty="0">
                <a:solidFill>
                  <a:srgbClr val="A6DA37"/>
                </a:solidFill>
                <a:latin typeface="Roboto"/>
              </a:rPr>
              <a:t>
</a:t>
            </a:r>
            <a:r>
              <a:rPr sz="1100" b="0" dirty="0" err="1">
                <a:solidFill>
                  <a:srgbClr val="A6DA37"/>
                </a:solidFill>
                <a:latin typeface="Roboto"/>
              </a:rPr>
              <a:t>simplificado</a:t>
            </a:r>
            <a:endParaRPr sz="1100" b="0" dirty="0">
              <a:solidFill>
                <a:srgbClr val="A6DA37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0836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1744-13FE-630C-46D5-B5E5EBC0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736B9C9-EABC-493E-C219-8CCD890B823F}"/>
              </a:ext>
            </a:extLst>
          </p:cNvPr>
          <p:cNvSpPr txBox="1"/>
          <p:nvPr/>
        </p:nvSpPr>
        <p:spPr>
          <a:xfrm>
            <a:off x="3759310" y="1017152"/>
            <a:ext cx="429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b="1" dirty="0"/>
              <a:t>PROGRESO GENERAL DEL PROYECTO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859FD4-7AE9-D873-9BB2-B2A4CE229F25}"/>
              </a:ext>
            </a:extLst>
          </p:cNvPr>
          <p:cNvSpPr txBox="1"/>
          <p:nvPr/>
        </p:nvSpPr>
        <p:spPr>
          <a:xfrm>
            <a:off x="1578182" y="3552003"/>
            <a:ext cx="1181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400" b="1" dirty="0"/>
              <a:t>POR HACER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359080C-BF9B-3782-4BBE-99B4BD18BE25}"/>
              </a:ext>
            </a:extLst>
          </p:cNvPr>
          <p:cNvSpPr txBox="1"/>
          <p:nvPr/>
        </p:nvSpPr>
        <p:spPr>
          <a:xfrm>
            <a:off x="5149097" y="4273430"/>
            <a:ext cx="1407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400" b="1" dirty="0"/>
              <a:t>EN PROGRESO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D83702-2826-69F7-A47B-B82133F309AF}"/>
              </a:ext>
            </a:extLst>
          </p:cNvPr>
          <p:cNvSpPr txBox="1"/>
          <p:nvPr/>
        </p:nvSpPr>
        <p:spPr>
          <a:xfrm>
            <a:off x="9286064" y="3705891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1400" b="1" dirty="0"/>
              <a:t>LISTO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78340E-7971-16E0-50FF-A92D7BB9E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369" y="1532756"/>
            <a:ext cx="4845214" cy="20192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818B1D8-6C26-92B9-0BEE-02C61EC03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680" y="4581207"/>
            <a:ext cx="1008838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5458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648</TotalTime>
  <Words>202</Words>
  <Application>Microsoft Office PowerPoint</Application>
  <PresentationFormat>Panorámica</PresentationFormat>
  <Paragraphs>37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Franklin Gothic Book</vt:lpstr>
      <vt:lpstr>Roboto</vt:lpstr>
      <vt:lpstr>Recorte</vt:lpstr>
      <vt:lpstr>Weekly 10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Luis Angel Romero</dc:creator>
  <cp:lastModifiedBy>Šəřģıø Âńğəł</cp:lastModifiedBy>
  <cp:revision>12</cp:revision>
  <dcterms:created xsi:type="dcterms:W3CDTF">2025-09-17T23:08:53Z</dcterms:created>
  <dcterms:modified xsi:type="dcterms:W3CDTF">2026-04-08T23:32:45Z</dcterms:modified>
</cp:coreProperties>
</file>