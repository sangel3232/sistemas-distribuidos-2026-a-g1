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73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PROYECTO  ·  GESTOR DE PEDIDOS API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82296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Historias de Usuario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5029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mejoras aplicadas en el proyecto Gestor-de-Pedidos-Api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920240" cy="502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Estructura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3749040"/>
            <a:ext cx="1920240" cy="502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74320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Fecha Límite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3749040"/>
            <a:ext cx="1920240" cy="502920"/>
          </a:xfrm>
          <a:prstGeom prst="rect">
            <a:avLst/>
          </a:prstGeom>
          <a:solidFill>
            <a:srgbClr val="1E3A5F"/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Tareas y Specs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75569"/>
                </a:solidFill>
              </a:rPr>
              <a:t>Sprint 6  ·  Abril 2026  ·  SERGIO LUIS ANGEL ROMERO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EL PROBLEMA DETECTADO EN LA PRESENTACIÓN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Durante la presentación al profesor, las Historias de Usuario del proyecto Gestor-de-Pedidos-Api carecían de una estructuración completa, lo cual dificultó la comprensión del alcance, tiempo y ejecución de cada historia.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69748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tiempo límite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3291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HU no tenían fechas de entrega ni estimaciones de duración, haciendo imposible el seguimiento del sprint.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214884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200400" y="2148840"/>
            <a:ext cx="269748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3756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tareas desglosadas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3291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mostraba el desglose de tareas concretas por historia, lo que ocultaba el trabajo técnico real.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214884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697480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2834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especificaciones claras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9632" y="329184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Faltaban criterios de aceptación y descripción técnica del trabajo realizado en cada HU.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Estos tres aspectos fueron señalados directamente por el profesor durante la 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 SOLUCIÓN: ESTRUCTURA CORRECTA DE UNA HU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ANTES — Sin estructura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201168" cy="201168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01168" cy="201168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0299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vaga o incompleta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201168" cy="201168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5054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límite definida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01168" cy="201168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9809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tareas visibles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201168" cy="201168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57200" y="35112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4564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criterios de aceptación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201168" cy="201168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3986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✕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especificación técnica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892040" y="1051560"/>
            <a:ext cx="3931920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983480" y="1051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AHORA — Con estructura completa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29200" y="1627632"/>
            <a:ext cx="201168" cy="2011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029200" y="16093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15544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HU-011 — Nombre descriptivo claro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2103120"/>
            <a:ext cx="201168" cy="2011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029200" y="20848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202996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Miércoles 15 de Abril — Backend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0" y="2578608"/>
            <a:ext cx="201168" cy="2011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029200" y="25603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2505456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límite: April 16, 2026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0" y="3054096"/>
            <a:ext cx="201168" cy="2011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5029200" y="3035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2980944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 modelos, enums, repos, servicios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0" y="3529584"/>
            <a:ext cx="201168" cy="2011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5029200" y="35112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03520" y="345643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Completado / Done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029200" y="4005072"/>
            <a:ext cx="201168" cy="201168"/>
          </a:xfrm>
          <a:prstGeom prst="rect">
            <a:avLst/>
          </a:prstGeom>
          <a:solidFill>
            <a:srgbClr val="DCFCE7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5029200" y="39867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39319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branch: github.com/san…/HU-011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943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EVIDENCIA 1  ·  BRANCHES POR HISTORIA DE USUARIO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486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Ramas organizadas por HU en GitHub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2926080" cy="3611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49040" y="1234440"/>
            <a:ext cx="50749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749040" y="123444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3858768" y="1527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407408" y="13075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 por HU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07408" y="164592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historia de usuario tiene su propio branch (HU-010, HU-011, HU-012, HU-013), lo que permite trazabilidad directa del trabajo realizado.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49040" y="2404872"/>
            <a:ext cx="50749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3749040" y="2404872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3858768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07408" y="247802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Branches activos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07408" y="281635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mantienen ramas de entorno (main, dev, qa) separadas de las ramas de funcionalidad, siguiendo buenas prácticas de Git Flow.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3575304"/>
            <a:ext cx="50749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3749040" y="3575304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3858768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407408" y="364845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HU-011 activo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07408" y="398678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rama HU-011 está seleccionada, correspondiendo exactamente a la historia de usuario con fecha límite April 16, 2026.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 2  ·  TABLERO DE SPRINTS CON FECHAS LÍMITE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303520" cy="297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4041648"/>
            <a:ext cx="53035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365760" y="405079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Tablero 'Quienes Somos' — Proyecto Gestor de Pedidos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52160" y="1051560"/>
            <a:ext cx="2971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852160" y="1051560"/>
            <a:ext cx="91440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016752" y="111556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✅ Estado visible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16752" y="1472184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HU muestra 'Completado' de forma explícita y consistente.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075688"/>
            <a:ext cx="2971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5852160" y="2075688"/>
            <a:ext cx="91440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16752" y="213969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Fecha límite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16752" y="2496312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HU-011: Apr 16 · HU-012: Apr 21 · HU-013: Apr 21. Límites por historia definidos.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852160" y="3099816"/>
            <a:ext cx="2971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5852160" y="3099816"/>
            <a:ext cx="9144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016752" y="31638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👤 Responsable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16752" y="3520440"/>
            <a:ext cx="2697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tiene asignado a SERGIO LUIS ANGEL ROMERO como persona responsable.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0040" y="478231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Sprints 4, 5 y 6 completados con fechas documentadas.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9436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6A34A"/>
                </a:solidFill>
              </a:rPr>
              <a:t>EVIDENCIA 3  ·  DETALLE COMPLETO DE HU-011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Especificaciones técnicas y criterios definidos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29260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49040" y="1143000"/>
            <a:ext cx="507492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749040" y="114300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3886200" y="11612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Descripción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86200" y="139903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15 de Abril — Backend: Nuevos servicios incorporados.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749040" y="1737360"/>
            <a:ext cx="507492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3749040" y="173736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886200" y="1755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Fecha límite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886200" y="199339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16, 2026 — Definida y respetada.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49040" y="2331720"/>
            <a:ext cx="507492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3749040" y="233172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3886200" y="2350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Modelos creados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886200" y="258775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Carrito, CarritoItem, Pago, Usuario.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49040" y="2926080"/>
            <a:ext cx="507492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3749040" y="292608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3886200" y="29443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Enums nuevos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886200" y="318211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EstadoCarrito, EstadoPago, MetodoPago, RolUsuario.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749040" y="3520440"/>
            <a:ext cx="507492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3749040" y="352044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3886200" y="35387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Repositorios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886200" y="377647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ProductoRepo, CarritoRepo, PagoRepo, UsuarioRepo.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749040" y="4114800"/>
            <a:ext cx="5074920" cy="5303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3749040" y="4114800"/>
            <a:ext cx="64008" cy="5303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388620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Servicios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886200" y="4370832"/>
            <a:ext cx="4800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ProductoService, CarritoService, PagoService, PasarelaPagoService, AuthService.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315200" y="0"/>
            <a:ext cx="1828800" cy="51435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256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891B2"/>
                </a:solidFill>
              </a:rPr>
              <a:t>CONCLUSIÓN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corregidos. Mejoras demostradas.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306324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82296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5895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07592" y="17830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Branches por HU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07592" y="216712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HU-010 a HU-013 con rama propia en GitHub (7 branches activos)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86200" y="1691640"/>
            <a:ext cx="306324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886200" y="1691640"/>
            <a:ext cx="82296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05079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178308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Fechas límite aplicadas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216712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HU tiene fecha de entrega registrada y cumplida en el tablero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154680"/>
            <a:ext cx="306324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94360" y="3154680"/>
            <a:ext cx="82296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58952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07592" y="3246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Tareas y especificaciones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07592" y="36301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HU-011 documenta modelos, enums, repos y servicios con detalle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86200" y="3154680"/>
            <a:ext cx="3063240" cy="128016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886200" y="3154680"/>
            <a:ext cx="82296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050792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99432" y="324612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completado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99432" y="36301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HU del Sprint 6 marcadas como Done con evidencia visual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75488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«Los errores son la base del aprendizaje — lo que importa es corregirlos y documentarlos.»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Presentación en pantalla (16:9)</PresentationFormat>
  <Paragraphs>103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Feedback – Historias de Usuario</dc:title>
  <dc:subject>PptxGenJS Presentation</dc:subject>
  <dc:creator>PptxGenJS</dc:creator>
  <cp:lastModifiedBy>Šəřģıø Âńğəł</cp:lastModifiedBy>
  <cp:revision>1</cp:revision>
  <dcterms:created xsi:type="dcterms:W3CDTF">2026-04-21T22:19:49Z</dcterms:created>
  <dcterms:modified xsi:type="dcterms:W3CDTF">2026-04-21T22:27:40Z</dcterms:modified>
</cp:coreProperties>
</file>