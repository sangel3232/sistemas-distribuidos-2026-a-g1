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86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020"/>
                </a:solidFill>
              </a:rPr>
              <a:t>MIÉRCOLES 15 · ANÁLISIS DE GRUPO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Retrospectiva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Exposiciones del Miércoles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4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 que pasó, lo que funcionó y lo </a:t>
            </a:r>
            <a:r>
              <a:rPr lang="en-US" sz="1400" dirty="0" err="1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debe mejorar.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5A8"/>
                </a:solidFill>
              </a:rPr>
              <a:t>Sprint Review  ·  Análisis Retrospectivo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¿QUÉ SALIÓ BIEN?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9144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Hubo participación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grupos sí se presentaron y expusieron su proyecto, lo cual muestra compromiso con el proceso de evaluación.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9144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Iniciativa de exposición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que asistieron tomaron la iniciativa de presentar su trabajo ante los compañeros y evaluadores.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91440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Espacio de aprendizaje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sirvió como ejercicio práctico para practicar habilidades de presentación y comunicación técnica.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¿QUÉ SALIÓ MAL?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914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</a:rPr>
              <a:t>Pocas Presentaciones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grupos asistieron a la sesión del miércoles. Solo unos pocos expusieron su proyecto, lo cual afecta la equidad del proceso evaluativo.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914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Campos sin presentar ni explicar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observó que varios grupos que sí expusieron dejaron campos importantes sin presentar. Estos contenidos tampoco fueron explicados ni justificados durante la sesión.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914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1400" b="1" dirty="0">
                <a:solidFill>
                  <a:srgbClr val="C00000"/>
                </a:solidFill>
              </a:rPr>
              <a:t>Algunos presentadores sobrepasaron el tiempo asignado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1200" dirty="0"/>
              <a:t>No se </a:t>
            </a:r>
            <a:r>
              <a:rPr lang="es-MX" sz="1200" dirty="0" err="1"/>
              <a:t>cumplio</a:t>
            </a:r>
            <a:r>
              <a:rPr lang="es-MX" sz="1200" dirty="0"/>
              <a:t> con el objetivo del tiempo, el cuál eran 8 min y la </a:t>
            </a:r>
            <a:r>
              <a:rPr lang="es-MX" sz="1200" dirty="0" err="1"/>
              <a:t>mayoria</a:t>
            </a:r>
            <a:r>
              <a:rPr lang="es-MX" sz="1200" dirty="0"/>
              <a:t> se extendió del tiempo estipulado.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¿QUÉ DEBEMOS MEJORAR?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612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Comprometerse con la asistencia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grupos deben asistir a las sesiones de exposición. La ausencia impacta negativamente al equipo y al proceso.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50292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70916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1612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Presentar todos los campos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55448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cada sección del proyecto sin omitir partes. Si algo no está listo, debe comunicarse explícitamente.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50292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3566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081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Mejorar la claridad al explicar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la presentación con anticipación. Usar ejemplos concretos y lenguaje claro para explicar el funcionamiento.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50292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09160" y="3566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081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Estructurar la exposición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47472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un orden lógico: contexto → desarrollo → funcionamiento → conclusión. Esto facilita la comprensión del público.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A020"/>
                </a:solidFill>
              </a:rPr>
              <a:t>RESUMEN FINAL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Puntos Clave de la Retrospectiva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400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9144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084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que asistieron demostraron iniciativa al exponer su proyecto ante el grupo.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6400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9144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13232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0906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asistencia. Campos sin presentar. Explicaciones poco claras sobre el funcionamiento del Proyecto,</a:t>
            </a:r>
            <a:r>
              <a:rPr lang="es-MX" sz="1200" dirty="0">
                <a:solidFill>
                  <a:schemeClr val="bg1"/>
                </a:solidFill>
              </a:rPr>
              <a:t> </a:t>
            </a:r>
            <a:r>
              <a:rPr lang="es-MX" sz="1200" dirty="0">
                <a:solidFill>
                  <a:schemeClr val="bg2"/>
                </a:solidFill>
              </a:rPr>
              <a:t>sobre estimulación del tiempo asignado.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640080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91440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13232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MEJORAR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409651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en asistencia, cubrir todos </a:t>
            </a:r>
            <a:r>
              <a:rPr lang="en-US" sz="1200" dirty="0" err="1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campos y </a:t>
            </a:r>
            <a:r>
              <a:rPr lang="en-US" sz="1200" dirty="0" err="1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funcionamientos</a:t>
            </a:r>
            <a:r>
              <a:rPr lang="en-US" sz="1200" dirty="0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00" dirty="0" err="1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200" dirty="0">
                <a:solidFill>
                  <a:srgbClr val="D0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preparar una explicación estructurada y clara.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85A8"/>
                </a:solidFill>
              </a:rPr>
              <a:t>«Reflexionar sobre el pasado es el primer paso para construir un mejor futuro.»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389</Words>
  <Application>Microsoft Office PowerPoint</Application>
  <PresentationFormat>Presentación en pantalla (16:9)</PresentationFormat>
  <Paragraphs>52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Retrospectiva - Exposiciones del Miércoles</dc:title>
  <dc:subject>PptxGenJS Presentation</dc:subject>
  <dc:creator>PptxGenJS</dc:creator>
  <cp:lastModifiedBy>Šəřģıø Âńğəł</cp:lastModifiedBy>
  <cp:revision>2</cp:revision>
  <dcterms:created xsi:type="dcterms:W3CDTF">2026-04-21T20:47:44Z</dcterms:created>
  <dcterms:modified xsi:type="dcterms:W3CDTF">2026-04-21T22:00:30Z</dcterms:modified>
</cp:coreProperties>
</file>