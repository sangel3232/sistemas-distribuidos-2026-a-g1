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3657600" cy="36576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2926080"/>
            <a:ext cx="2743200" cy="2743200"/>
          </a:xfrm>
          <a:prstGeom prst="ellipse">
            <a:avLst/>
          </a:prstGeom>
          <a:solidFill>
            <a:srgbClr val="DB2777">
              <a:alpha val="15000"/>
            </a:srgbClr>
          </a:solidFill>
          <a:ln w="12700">
            <a:solidFill>
              <a:srgbClr val="DB2777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457200"/>
            <a:ext cx="1828800" cy="1828800"/>
          </a:xfrm>
          <a:prstGeom prst="ellipse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0" y="27432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🎯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097280" y="118872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spc="800" kern="0" dirty="0">
                <a:solidFill>
                  <a:srgbClr val="A78BFA"/>
                </a:solidFill>
              </a:rPr>
              <a:t>RULETA DE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1783080"/>
            <a:ext cx="6949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Proyectos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1371600" y="301752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¡Cada quien defiende el suyo!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3794760"/>
            <a:ext cx="2377440" cy="566928"/>
          </a:xfrm>
          <a:prstGeom prst="rect">
            <a:avLst/>
          </a:prstGeom>
          <a:solidFill>
            <a:srgbClr val="7C3AED">
              <a:alpha val="7000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79476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🎲  Gira la ruleta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3794760"/>
            <a:ext cx="2377440" cy="566928"/>
          </a:xfrm>
          <a:prstGeom prst="rect">
            <a:avLst/>
          </a:prstGeom>
          <a:solidFill>
            <a:srgbClr val="DB2777">
              <a:alpha val="70000"/>
            </a:srgbClr>
          </a:solidFill>
          <a:ln w="19050">
            <a:solidFill>
              <a:srgbClr val="DB27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379476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🎤  Responde en 60 seg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3794760"/>
            <a:ext cx="2377440" cy="566928"/>
          </a:xfrm>
          <a:prstGeom prst="rect">
            <a:avLst/>
          </a:prstGeom>
          <a:solidFill>
            <a:srgbClr val="EA580C">
              <a:alpha val="70000"/>
            </a:srgbClr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379476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⭐  Gana puntos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288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334155"/>
                </a:solidFill>
              </a:rPr>
              <a:t>Dinámica de clase  ·  Sprint Review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🎮  ¿CÓMO SE JUEGA?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41605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43000"/>
            <a:ext cx="594360" cy="1691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73736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1252728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🎲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1234440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Gira la Ruleta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691640"/>
            <a:ext cx="3337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presentador hace girar la ruleta en pantalla. El color o número que caiga determina la CATEGORÍA de pregunta.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1143000"/>
            <a:ext cx="41605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143000"/>
            <a:ext cx="594360" cy="169164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73736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94960" y="1252728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🙋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394960" y="1234440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DB27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elige al Expositor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94960" y="1691640"/>
            <a:ext cx="3337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profesor o un compañero elige quién responde. Cada participante defiende su PROPIO proyecto.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3017520"/>
            <a:ext cx="41605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017520"/>
            <a:ext cx="594360" cy="16916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61188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05840" y="3127248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⏱️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05840" y="3108960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 Segundos para Responder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3566160"/>
            <a:ext cx="3337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expositor tiene 60 segundos para responder la pregunta asignada. Puede usar su presentación como apoyo.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09160" y="3017520"/>
            <a:ext cx="41605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3017520"/>
            <a:ext cx="594360" cy="1691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361188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394960" y="3127248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394960" y="3108960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Otorgan Puntos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94960" y="3566160"/>
            <a:ext cx="3337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completa: 3 pts · Parcial: 1 pt · Sin respuesta: 0 pts. ¡El grupo con más puntos gana!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20040" y="481888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34155"/>
                </a:solidFill>
              </a:rPr>
              <a:t>💡  Tip: El moderador puede repetir la tirada si la pregunta ya fue respondida antes.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A78BFA"/>
                </a:solidFill>
              </a:rPr>
              <a:t>🎯  LA RULETA — 7 CATEGORÍAS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 rot="-5400000">
            <a:off x="685800" y="777240"/>
            <a:ext cx="3931920" cy="3931920"/>
          </a:xfrm>
          <a:prstGeom prst="rect">
            <a:avLst/>
          </a:prstGeom>
          <a:solidFill>
            <a:srgbClr val="7C3AED"/>
          </a:solidFill>
          <a:ln w="38100">
            <a:solidFill>
              <a:srgbClr val="0D11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2314286">
            <a:off x="685800" y="777240"/>
            <a:ext cx="3931920" cy="3931920"/>
          </a:xfrm>
          <a:prstGeom prst="rect">
            <a:avLst/>
          </a:prstGeom>
          <a:solidFill>
            <a:srgbClr val="DB2777">
              <a:alpha val="80000"/>
            </a:srgbClr>
          </a:solidFill>
          <a:ln w="38100">
            <a:solidFill>
              <a:srgbClr val="0D11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771429">
            <a:off x="685800" y="777240"/>
            <a:ext cx="3931920" cy="3931920"/>
          </a:xfrm>
          <a:prstGeom prst="rect">
            <a:avLst/>
          </a:prstGeom>
          <a:solidFill>
            <a:srgbClr val="EA580C"/>
          </a:solidFill>
          <a:ln w="38100">
            <a:solidFill>
              <a:srgbClr val="0D11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3857143">
            <a:off x="685800" y="777240"/>
            <a:ext cx="3931920" cy="3931920"/>
          </a:xfrm>
          <a:prstGeom prst="rect">
            <a:avLst/>
          </a:prstGeom>
          <a:solidFill>
            <a:srgbClr val="0891B2">
              <a:alpha val="80000"/>
            </a:srgbClr>
          </a:solidFill>
          <a:ln w="38100">
            <a:solidFill>
              <a:srgbClr val="0D11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6942857">
            <a:off x="685800" y="777240"/>
            <a:ext cx="3931920" cy="3931920"/>
          </a:xfrm>
          <a:prstGeom prst="rect">
            <a:avLst/>
          </a:prstGeom>
          <a:solidFill>
            <a:srgbClr val="16A34A"/>
          </a:solidFill>
          <a:ln w="38100">
            <a:solidFill>
              <a:srgbClr val="0D11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028571">
            <a:off x="685800" y="777240"/>
            <a:ext cx="3931920" cy="3931920"/>
          </a:xfrm>
          <a:prstGeom prst="rect">
            <a:avLst/>
          </a:prstGeom>
          <a:solidFill>
            <a:srgbClr val="CA8A04">
              <a:alpha val="80000"/>
            </a:srgbClr>
          </a:solidFill>
          <a:ln w="38100">
            <a:solidFill>
              <a:srgbClr val="0D11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13114286">
            <a:off x="685800" y="777240"/>
            <a:ext cx="3931920" cy="3931920"/>
          </a:xfrm>
          <a:prstGeom prst="rect">
            <a:avLst/>
          </a:prstGeom>
          <a:solidFill>
            <a:srgbClr val="1D4ED8"/>
          </a:solidFill>
          <a:ln w="38100">
            <a:solidFill>
              <a:srgbClr val="0D111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777240"/>
            <a:ext cx="3931920" cy="3931920"/>
          </a:xfrm>
          <a:prstGeom prst="ellipse">
            <a:avLst/>
          </a:prstGeom>
          <a:solidFill>
            <a:srgbClr val="000000">
              <a:alpha val="0"/>
            </a:srgbClr>
          </a:solidFill>
          <a:ln w="25400">
            <a:solidFill>
              <a:srgbClr val="0D11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72179" y="1304384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🏗️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671011" y="1697576"/>
            <a:ext cx="9509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489108" y="2077989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287940" y="2471181"/>
            <a:ext cx="9509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 de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68929" y="3042658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🗄️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067761" y="3435850"/>
            <a:ext cx="9509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377440" y="3471977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🔧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176272" y="3865169"/>
            <a:ext cx="9509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485951" y="3042658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🎨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84783" y="3435850"/>
            <a:ext cx="9509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/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265772" y="2077989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🧪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64604" y="2471181"/>
            <a:ext cx="9509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/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882701" y="1304384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🚀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681533" y="1697576"/>
            <a:ext cx="9509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/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CI-CD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450592" y="254203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D111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78608" y="411480"/>
            <a:ext cx="146304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487168" y="320040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6400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78BFA"/>
                </a:solidFill>
              </a:rPr>
              <a:t>CATEGORÍAS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0" y="1152144"/>
            <a:ext cx="292608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13248" y="10972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Arquitectura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029200" y="1700784"/>
            <a:ext cx="292608" cy="292608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13248" y="16459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Historias de Usuario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029200" y="2249424"/>
            <a:ext cx="292608" cy="2926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13248" y="21945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Base de Datos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029200" y="2798064"/>
            <a:ext cx="292608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13248" y="27432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Backend / API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029200" y="3346704"/>
            <a:ext cx="292608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13248" y="32918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Frontend / UI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029200" y="3895344"/>
            <a:ext cx="292608" cy="292608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13248" y="38404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Pruebas / Calidad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029200" y="4443984"/>
            <a:ext cx="292608" cy="2926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13248" y="43891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Deploy / CI-CD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65760" y="48006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🎲  Gira la ruleta — el color que quede en la flecha indica la categoría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2560320" cy="566928"/>
          </a:xfrm>
          <a:prstGeom prst="rect">
            <a:avLst/>
          </a:prstGeom>
          <a:solidFill>
            <a:srgbClr val="7C3AED">
              <a:alpha val="8000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🏗️  ARQUITECTURA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108960" y="301752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A78BFA"/>
                </a:solidFill>
              </a:rPr>
              <a:t>PREGUNTAS DE LA RULETA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8412480" cy="1188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91440" cy="118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28016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033272"/>
            <a:ext cx="7178040" cy="5303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patrón de arquitectura usaste en tu proyecto y por qué lo elegiste?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1600200"/>
            <a:ext cx="7178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Pista: MVC, microservicios, monolito, capas... explica la razón de tu elección.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286000"/>
            <a:ext cx="8412480" cy="1188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286000"/>
            <a:ext cx="91440" cy="118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260604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2359152"/>
            <a:ext cx="7178040" cy="5303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¿Cómo se comunican los distintos módulos o capas de tu sistema?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2926080"/>
            <a:ext cx="7178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Pista: Habla de interfaces, servicios, controladores o cómo fluye la información internamente.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3611880"/>
            <a:ext cx="8412480" cy="1188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611880"/>
            <a:ext cx="91440" cy="118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393192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3685032"/>
            <a:ext cx="7178040" cy="5303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 tuvieras que escalar tu proyecto al doble de usuarios, ¿qué cambiarías en la arquitectura?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4251960"/>
            <a:ext cx="7178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Pista: Piensa en cuellos de botella, cacheo, balanceo de carga o separación de responsabilidades.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⏱️  60 segundos · Defiende tu propio proyecto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2560320" cy="566928"/>
          </a:xfrm>
          <a:prstGeom prst="rect">
            <a:avLst/>
          </a:prstGeom>
          <a:solidFill>
            <a:srgbClr val="DB2777">
              <a:alpha val="80000"/>
            </a:srgbClr>
          </a:solidFill>
          <a:ln w="19050">
            <a:solidFill>
              <a:srgbClr val="DB27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📋  HISTORIAS DE USUARIO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108960" y="301752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F472B6"/>
                </a:solidFill>
              </a:rPr>
              <a:t>PREGUNTAS DE LA RULETA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8412480" cy="1188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91440" cy="118872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280160"/>
            <a:ext cx="502920" cy="502920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033272"/>
            <a:ext cx="7178040" cy="5303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Escoge una Historia de Usuario de tu proyecto y explica su criterio de aceptación.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1600200"/>
            <a:ext cx="7178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Pista: Formato: 'Dado que… cuando… entonces…' — ¿qué condición confirma que está lista?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286000"/>
            <a:ext cx="8412480" cy="1188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286000"/>
            <a:ext cx="91440" cy="118872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2606040"/>
            <a:ext cx="502920" cy="502920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2359152"/>
            <a:ext cx="7178040" cy="5303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¿Cómo priorizaste las Historias de Usuario en tu backlog? ¿Qué método usaste?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2926080"/>
            <a:ext cx="7178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Pista: MoSCoW, valor de negocio, dependencias técnicas… justifica tu orden.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3611880"/>
            <a:ext cx="8412480" cy="1188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611880"/>
            <a:ext cx="91440" cy="118872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3931920"/>
            <a:ext cx="502920" cy="502920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3685032"/>
            <a:ext cx="7178040" cy="5303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¿Cuál fue la HU más compleja de implementar y qué tareas técnicas implicó?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4251960"/>
            <a:ext cx="7178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Pista: Desglosala: modelos, servicios, repositorios, endpoints, validaciones, etc.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⏱️  60 segundos · Defiende tu propio proyecto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2560320" cy="566928"/>
          </a:xfrm>
          <a:prstGeom prst="rect">
            <a:avLst/>
          </a:prstGeom>
          <a:solidFill>
            <a:srgbClr val="EA580C">
              <a:alpha val="80000"/>
            </a:srgbClr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🗄️  BASE DE DATOS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108960" y="301752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FB923C"/>
                </a:solidFill>
              </a:rPr>
              <a:t>PREGUNTAS DE LA RULETA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8412480" cy="1188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91440" cy="11887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280160"/>
            <a:ext cx="502920" cy="50292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033272"/>
            <a:ext cx="7178040" cy="5303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motor de base de datos usa tu proyecto y por qué lo escogiste sobre otras opciones?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1600200"/>
            <a:ext cx="7178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Pista: PostgreSQL, MySQL, MongoDB, H2… compara con al menos una alternativa.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286000"/>
            <a:ext cx="8412480" cy="1188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286000"/>
            <a:ext cx="91440" cy="11887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2606040"/>
            <a:ext cx="502920" cy="50292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2359152"/>
            <a:ext cx="7178040" cy="5303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Explica una relación importante en tu modelo de datos (1:N, N:M, 1:1).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2926080"/>
            <a:ext cx="7178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Pista: Nombra las entidades, el tipo de relación y cómo la implementaste en código.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3611880"/>
            <a:ext cx="8412480" cy="1188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611880"/>
            <a:ext cx="91440" cy="11887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3931920"/>
            <a:ext cx="502920" cy="50292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3685032"/>
            <a:ext cx="7178040" cy="5303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¿Cómo manejas las migraciones de base de datos en tu proyecto?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4251960"/>
            <a:ext cx="7178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Pista: Liquibase, Flyway, scripts manuales… ¿cómo aseguras consistencia entre ambientes?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⏱️  60 segundos · Defiende tu propio proyecto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2560320" cy="566928"/>
          </a:xfrm>
          <a:prstGeom prst="rect">
            <a:avLst/>
          </a:prstGeom>
          <a:solidFill>
            <a:srgbClr val="0891B2">
              <a:alpha val="80000"/>
            </a:srgbClr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🔧  BACKEND / API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108960" y="301752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22D3EE"/>
                </a:solidFill>
              </a:rPr>
              <a:t>PREGUNTAS DE LA RULETA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8412480" cy="1188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91440" cy="1188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280160"/>
            <a:ext cx="502920" cy="502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033272"/>
            <a:ext cx="7178040" cy="5303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endpoints REST tiene tu API? Explica el más importante con su método HTTP y ruta.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1600200"/>
            <a:ext cx="7178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Pista: GET, POST, PUT, DELETE… muestra la ruta, qué recibe y qué retorna.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286000"/>
            <a:ext cx="8412480" cy="1188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286000"/>
            <a:ext cx="91440" cy="1188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2606040"/>
            <a:ext cx="502920" cy="502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2359152"/>
            <a:ext cx="7178040" cy="5303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¿Cómo manejas los errores y excepciones en tu backend?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2926080"/>
            <a:ext cx="7178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Pista: Códigos HTTP, manejo global de excepciones, respuestas estandarizadas de error.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3611880"/>
            <a:ext cx="8412480" cy="1188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611880"/>
            <a:ext cx="91440" cy="1188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3931920"/>
            <a:ext cx="502920" cy="502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3685032"/>
            <a:ext cx="7178040" cy="5303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¿Implementaste algún tipo de autenticación o autorización? Descríbela.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4251960"/>
            <a:ext cx="7178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Pista: JWT, sesiones, roles, Spring Security, filtros… ¿cómo proteges tus rutas?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⏱️  60 segundos · Defiende tu propio proyecto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2560320" cy="566928"/>
          </a:xfrm>
          <a:prstGeom prst="rect">
            <a:avLst/>
          </a:prstGeom>
          <a:solidFill>
            <a:srgbClr val="16A34A">
              <a:alpha val="80000"/>
            </a:srgbClr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🎨  FRONTEND / UI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108960" y="301752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4ADE80"/>
                </a:solidFill>
              </a:rPr>
              <a:t>PREGUNTAS DE LA RULETA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8412480" cy="1188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91440" cy="1188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280160"/>
            <a:ext cx="502920" cy="5029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033272"/>
            <a:ext cx="7178040" cy="5303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tecnología usaste para el frontend y cómo se conecta con tu API?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1600200"/>
            <a:ext cx="7178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Pista: React, Angular, Vue, Thymeleaf… ¿cómo consumes los endpoints, con fetch, axios, etc.?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286000"/>
            <a:ext cx="8412480" cy="1188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286000"/>
            <a:ext cx="91440" cy="1188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2606040"/>
            <a:ext cx="502920" cy="5029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2359152"/>
            <a:ext cx="7178040" cy="5303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Explica el flujo de una pantalla principal de tu aplicación.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2926080"/>
            <a:ext cx="7178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Pista: ¿Qué ve el usuario primero? ¿Qué acciones puede hacer? ¿Cómo se navega?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3611880"/>
            <a:ext cx="8412480" cy="1188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611880"/>
            <a:ext cx="91440" cy="1188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3931920"/>
            <a:ext cx="502920" cy="5029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3685032"/>
            <a:ext cx="7178040" cy="5303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¿Cómo manejaste el estado o la sesión del usuario en el frontend?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4251960"/>
            <a:ext cx="7178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Pista: localStorage, contexto, tokens, cookies… ¿cómo sabe el frontend quién está logueado?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⏱️  60 segundos · Defiende tu propio proyecto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2560320" cy="566928"/>
          </a:xfrm>
          <a:prstGeom prst="rect">
            <a:avLst/>
          </a:prstGeom>
          <a:solidFill>
            <a:srgbClr val="CA8A04">
              <a:alpha val="80000"/>
            </a:srgbClr>
          </a:solidFill>
          <a:ln w="19050">
            <a:solidFill>
              <a:srgbClr val="CA8A0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🧪  PRUEBAS / CALIDAD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108960" y="301752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FDE047"/>
                </a:solidFill>
              </a:rPr>
              <a:t>PREGUNTAS DE LA RULETA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8412480" cy="1188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91440" cy="1188720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280160"/>
            <a:ext cx="502920" cy="502920"/>
          </a:xfrm>
          <a:prstGeom prst="ellipse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033272"/>
            <a:ext cx="7178040" cy="5303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tipo de pruebas implementaste en tu proyecto? Muestra un ejemplo.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1600200"/>
            <a:ext cx="7178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DE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Pista: Unitarias, integración, E2E, manuales… ¿qué herramienta usaste y qué validaste?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286000"/>
            <a:ext cx="8412480" cy="1188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286000"/>
            <a:ext cx="91440" cy="1188720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2606040"/>
            <a:ext cx="502920" cy="502920"/>
          </a:xfrm>
          <a:prstGeom prst="ellipse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2359152"/>
            <a:ext cx="7178040" cy="5303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¿Cómo validaste que tu API responde correctamente? ¿Usaste alguna herramienta?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2926080"/>
            <a:ext cx="7178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DE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Pista: Postman, Swagger, JUnit, MockMvc… describe al menos una prueba concreta.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3611880"/>
            <a:ext cx="8412480" cy="1188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611880"/>
            <a:ext cx="91440" cy="1188720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3931920"/>
            <a:ext cx="502920" cy="502920"/>
          </a:xfrm>
          <a:prstGeom prst="ellipse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3685032"/>
            <a:ext cx="7178040" cy="5303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harías para mejorar la cobertura de pruebas de tu proyecto?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4251960"/>
            <a:ext cx="7178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DE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Pista: ¿Qué módulos no tienen pruebas aún? ¿Qué riesgos hay sin cubrirlos?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⏱️  60 segundos · Defiende tu propio proyecto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2560320" cy="566928"/>
          </a:xfrm>
          <a:prstGeom prst="rect">
            <a:avLst/>
          </a:prstGeom>
          <a:solidFill>
            <a:srgbClr val="1D4ED8">
              <a:alpha val="80000"/>
            </a:srgbClr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🚀  DEPLOY / CI-CD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108960" y="301752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60A5FA"/>
                </a:solidFill>
              </a:rPr>
              <a:t>PREGUNTAS DE LA RULETA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8412480" cy="1188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91440" cy="1188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280160"/>
            <a:ext cx="502920" cy="50292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033272"/>
            <a:ext cx="7178040" cy="5303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¿Cómo desplegaste tu proyecto o cómo lo harías en producción?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1600200"/>
            <a:ext cx="7178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Pista: Docker, Railway, Heroku, AWS, VPS… ¿qué pasos seguirías desde el código hasta el servidor?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286000"/>
            <a:ext cx="8412480" cy="1188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286000"/>
            <a:ext cx="91440" cy="1188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2606040"/>
            <a:ext cx="502920" cy="50292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2359152"/>
            <a:ext cx="7178040" cy="5303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¿Tu proyecto tiene integración continua o pipeline de despliegue? Descríbelo.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2926080"/>
            <a:ext cx="7178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Pista: GitHub Actions, Jenkins, GitLab CI… ¿qué ocurre automáticamente al hacer un push?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3611880"/>
            <a:ext cx="8412480" cy="1188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611880"/>
            <a:ext cx="91440" cy="1188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3931920"/>
            <a:ext cx="502920" cy="50292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3685032"/>
            <a:ext cx="7178040" cy="5303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¿Cómo gestionas las variables de entorno y configuraciones entre ambientes?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4251960"/>
            <a:ext cx="7178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Pista: application.properties, .env, variables de sistema, perfiles de Spring (dev/prod).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⏱️  60 segundos · Defiende tu propio proyecto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⭐  TABLA DE PUNTAJE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384048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384048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51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🎯  SISTEMA DE PUNTOS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27632"/>
            <a:ext cx="59436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27632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170078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completa y clara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249424"/>
            <a:ext cx="594360" cy="457200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249424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232257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parcial con argumento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2871216"/>
            <a:ext cx="594360" cy="4572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871216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294436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básica o incompleta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493008"/>
            <a:ext cx="594360" cy="45720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493008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43000" y="356616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respuesta o no sabe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59436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11480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+1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43000" y="418795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responde por otro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434840" y="1051560"/>
            <a:ext cx="438912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434840" y="1051560"/>
            <a:ext cx="4389120" cy="4572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26280" y="10515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🏆  MARCADOR — RELLENA EN CLASE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26280" y="1572768"/>
            <a:ext cx="2011680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26280" y="157276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Grupo / Proyecto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537960" y="1572768"/>
            <a:ext cx="502920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157276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040880" y="1572768"/>
            <a:ext cx="502920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40880" y="157276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R2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543800" y="1572768"/>
            <a:ext cx="502920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43800" y="157276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R3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046720" y="1572768"/>
            <a:ext cx="640080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46720" y="157276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Total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26280" y="1920240"/>
            <a:ext cx="201168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37960" y="1920240"/>
            <a:ext cx="50292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040880" y="1920240"/>
            <a:ext cx="50292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543800" y="1920240"/>
            <a:ext cx="50292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046720" y="1920240"/>
            <a:ext cx="64008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26280" y="20116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1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26280" y="2432304"/>
            <a:ext cx="2011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37960" y="2432304"/>
            <a:ext cx="5029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040880" y="2432304"/>
            <a:ext cx="5029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43800" y="2432304"/>
            <a:ext cx="5029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046720" y="2432304"/>
            <a:ext cx="6400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26280" y="252374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2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526280" y="2944368"/>
            <a:ext cx="201168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537960" y="2944368"/>
            <a:ext cx="50292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040880" y="2944368"/>
            <a:ext cx="50292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543800" y="2944368"/>
            <a:ext cx="50292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046720" y="2944368"/>
            <a:ext cx="64008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26280" y="30358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3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526280" y="3456432"/>
            <a:ext cx="2011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537960" y="3456432"/>
            <a:ext cx="5029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040880" y="3456432"/>
            <a:ext cx="5029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543800" y="3456432"/>
            <a:ext cx="5029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046720" y="3456432"/>
            <a:ext cx="6400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26280" y="354787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4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526280" y="3968496"/>
            <a:ext cx="201168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537960" y="3968496"/>
            <a:ext cx="50292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040880" y="3968496"/>
            <a:ext cx="50292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543800" y="3968496"/>
            <a:ext cx="50292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046720" y="3968496"/>
            <a:ext cx="64008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26280" y="405993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5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320040" y="481888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34155"/>
                </a:solidFill>
              </a:rPr>
              <a:t>📝  El moderador llena el marcador después de cada respuesta.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114800" cy="41148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DB2777">
              <a:alpha val="12000"/>
            </a:srgbClr>
          </a:solidFill>
          <a:ln w="12700">
            <a:solidFill>
              <a:srgbClr val="DB2777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0" y="27432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🏆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12344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¡Y EL GANADOR ES…!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3794760" y="2560320"/>
            <a:ext cx="1554480" cy="1280160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40280" y="3017520"/>
            <a:ext cx="1463040" cy="8229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40680" y="3246120"/>
            <a:ext cx="1463040" cy="5943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21488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🥇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103120" y="2606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🥈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303520" y="28346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🥉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794760" y="2834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</a:rPr>
              <a:t>1°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240280" y="32461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</a:rPr>
              <a:t>2°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40680" y="341071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</a:rPr>
              <a:t>3°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40690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proyecto mejor defendido, más completo y más claro.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4617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34155"/>
                </a:solidFill>
              </a:rPr>
              <a:t>«Conocer tu proyecto a fondo es la mejor habilidad que puedes demostrar.»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Ruleta de Proyectos</dc:title>
  <dc:subject>PptxGenJS Presentation</dc:subject>
  <dc:creator>PptxGenJS</dc:creator>
  <cp:lastModifiedBy>PptxGenJS</cp:lastModifiedBy>
  <cp:revision>1</cp:revision>
  <dcterms:created xsi:type="dcterms:W3CDTF">2026-04-21T23:47:28Z</dcterms:created>
  <dcterms:modified xsi:type="dcterms:W3CDTF">2026-04-21T23:47:28Z</dcterms:modified>
</cp:coreProperties>
</file>